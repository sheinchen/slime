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60aa7b4996443b" /><Relationship Type="http://schemas.openxmlformats.org/officeDocument/2006/relationships/extended-properties" Target="/docProps/app.xml" Id="Rbd7f9c1bc6ec4b5d" /><Relationship Type="http://schemas.openxmlformats.org/officeDocument/2006/relationships/officeDocument" Target="/ppt/presentation.xml" Id="Rd10eca9931ce430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087754570c467c"/>
    <p:sldMasterId xmlns:r="http://schemas.openxmlformats.org/officeDocument/2006/relationships" id="2147483661" r:id="R406cb218c8064c36"/>
  </p:sldMasterIdLst>
  <p:notesMasterIdLst>
    <p:notesMasterId xmlns:r="http://schemas.openxmlformats.org/officeDocument/2006/relationships" r:id="R1ea62532e7a644cc"/>
  </p:notesMasterIdLst>
  <p:sldIdLst>
    <p:sldId xmlns:r="http://schemas.openxmlformats.org/officeDocument/2006/relationships" id="256" r:id="Rd97d3816010147b1"/>
    <p:sldId xmlns:r="http://schemas.openxmlformats.org/officeDocument/2006/relationships" id="257" r:id="R440cc957e85d4153"/>
    <p:sldId xmlns:r="http://schemas.openxmlformats.org/officeDocument/2006/relationships" id="258" r:id="R474b06c8a67f4bca"/>
    <p:sldId xmlns:r="http://schemas.openxmlformats.org/officeDocument/2006/relationships" id="259" r:id="Rfeeeb6bd99654272"/>
    <p:sldId xmlns:r="http://schemas.openxmlformats.org/officeDocument/2006/relationships" id="260" r:id="R2b3c909df7634330"/>
    <p:sldId xmlns:r="http://schemas.openxmlformats.org/officeDocument/2006/relationships" id="261" r:id="R708552561eb74cb7"/>
    <p:sldId xmlns:r="http://schemas.openxmlformats.org/officeDocument/2006/relationships" id="262" r:id="R1025fa2f21134047"/>
    <p:sldId xmlns:r="http://schemas.openxmlformats.org/officeDocument/2006/relationships" id="263" r:id="R526fd976af2545e7"/>
    <p:sldId xmlns:r="http://schemas.openxmlformats.org/officeDocument/2006/relationships" id="264" r:id="R572a498de8924f1d"/>
    <p:sldId xmlns:r="http://schemas.openxmlformats.org/officeDocument/2006/relationships" id="265" r:id="R4ad0b48b24444048"/>
  </p:sldIdLst>
  <p:sldSz cx="13003200" cy="9752000"/>
  <p:notesSz cx="6858000" cy="9144000"/>
  <p:embeddedFontLst>
    <p:embeddedFont>
      <p:font typeface="Helvetica Neue"/>
      <p:regular xmlns:r="http://schemas.openxmlformats.org/officeDocument/2006/relationships" r:id="R5a031951fbf847a6"/>
      <p:bold xmlns:r="http://schemas.openxmlformats.org/officeDocument/2006/relationships" r:id="R7a14e3e4726d47dc"/>
      <p:italic xmlns:r="http://schemas.openxmlformats.org/officeDocument/2006/relationships" r:id="Rbdca73e6204c4877"/>
      <p:boldItalic xmlns:r="http://schemas.openxmlformats.org/officeDocument/2006/relationships" r:id="R178809f51bfb440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d54ba099202455b" /><Relationship Type="http://schemas.openxmlformats.org/officeDocument/2006/relationships/slideMaster" Target="/ppt/slideMasters/slideMaster1.xml" Id="R10087754570c467c" /><Relationship Type="http://schemas.openxmlformats.org/officeDocument/2006/relationships/slideMaster" Target="/ppt/slideMasters/slideMaster2.xml" Id="R406cb218c8064c36" /><Relationship Type="http://schemas.openxmlformats.org/officeDocument/2006/relationships/notesMaster" Target="/ppt/notesMasters/notesMaster1.xml" Id="R1ea62532e7a644cc" /><Relationship Type="http://schemas.openxmlformats.org/officeDocument/2006/relationships/presProps" Target="/ppt/presProps.xml" Id="R41dab25a2a4b41f5" /><Relationship Type="http://schemas.openxmlformats.org/officeDocument/2006/relationships/viewProps" Target="/ppt/viewProps.xml" Id="Ra6d43746ac814413" /><Relationship Type="http://schemas.openxmlformats.org/officeDocument/2006/relationships/tableStyles" Target="/ppt/tableStyles.xml" Id="Rcaa8f22245d44d47" /><Relationship Type="http://schemas.openxmlformats.org/officeDocument/2006/relationships/font" Target="/ppt/fonts/font.dat" Id="R5a031951fbf847a6" /><Relationship Type="http://schemas.openxmlformats.org/officeDocument/2006/relationships/font" Target="/ppt/fonts/font2.dat" Id="R7a14e3e4726d47dc" /><Relationship Type="http://schemas.openxmlformats.org/officeDocument/2006/relationships/font" Target="/ppt/fonts/font3.dat" Id="Rbdca73e6204c4877" /><Relationship Type="http://schemas.openxmlformats.org/officeDocument/2006/relationships/font" Target="/ppt/fonts/font4.dat" Id="R178809f51bfb440b" /><Relationship Type="http://schemas.openxmlformats.org/officeDocument/2006/relationships/slide" Target="/ppt/slides/slide1.xml" Id="Rd97d3816010147b1" /><Relationship Type="http://schemas.openxmlformats.org/officeDocument/2006/relationships/slide" Target="/ppt/slides/slide2.xml" Id="R440cc957e85d4153" /><Relationship Type="http://schemas.openxmlformats.org/officeDocument/2006/relationships/slide" Target="/ppt/slides/slide3.xml" Id="R474b06c8a67f4bca" /><Relationship Type="http://schemas.openxmlformats.org/officeDocument/2006/relationships/slide" Target="/ppt/slides/slide4.xml" Id="Rfeeeb6bd99654272" /><Relationship Type="http://schemas.openxmlformats.org/officeDocument/2006/relationships/slide" Target="/ppt/slides/slide5.xml" Id="R2b3c909df7634330" /><Relationship Type="http://schemas.openxmlformats.org/officeDocument/2006/relationships/slide" Target="/ppt/slides/slide6.xml" Id="R708552561eb74cb7" /><Relationship Type="http://schemas.openxmlformats.org/officeDocument/2006/relationships/slide" Target="/ppt/slides/slide7.xml" Id="R1025fa2f21134047" /><Relationship Type="http://schemas.openxmlformats.org/officeDocument/2006/relationships/slide" Target="/ppt/slides/slide8.xml" Id="R526fd976af2545e7" /><Relationship Type="http://schemas.openxmlformats.org/officeDocument/2006/relationships/slide" Target="/ppt/slides/slide9.xml" Id="R572a498de8924f1d" /><Relationship Type="http://schemas.openxmlformats.org/officeDocument/2006/relationships/slide" Target="/ppt/slides/slide10.xml" Id="R4ad0b48b244440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a328659308a43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920849fa9b472e" /><Relationship Type="http://schemas.openxmlformats.org/officeDocument/2006/relationships/notesMaster" Target="/ppt/notesMasters/notesMaster1.xml" Id="Rd903be3f213d4c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f2dbf8bb8445d8" /><Relationship Type="http://schemas.openxmlformats.org/officeDocument/2006/relationships/notesMaster" Target="/ppt/notesMasters/notesMaster1.xml" Id="Rc3543ec601e546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19e70612bb44ac" /><Relationship Type="http://schemas.openxmlformats.org/officeDocument/2006/relationships/notesMaster" Target="/ppt/notesMasters/notesMaster1.xml" Id="Ra7bf25f649694d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0339a0e1f141b2" /><Relationship Type="http://schemas.openxmlformats.org/officeDocument/2006/relationships/notesMaster" Target="/ppt/notesMasters/notesMaster1.xml" Id="R20b16a8a2c8246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3cd1dd1d3f4b02" /><Relationship Type="http://schemas.openxmlformats.org/officeDocument/2006/relationships/notesMaster" Target="/ppt/notesMasters/notesMaster1.xml" Id="R8936e39b051d45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5e65ebf6e14ec1" /><Relationship Type="http://schemas.openxmlformats.org/officeDocument/2006/relationships/notesMaster" Target="/ppt/notesMasters/notesMaster1.xml" Id="R785a908784ea43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c8ab7f3d844efa" /><Relationship Type="http://schemas.openxmlformats.org/officeDocument/2006/relationships/notesMaster" Target="/ppt/notesMasters/notesMaster1.xml" Id="Rf526bc0a98ca4a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a68b80ace3441b" /><Relationship Type="http://schemas.openxmlformats.org/officeDocument/2006/relationships/notesMaster" Target="/ppt/notesMasters/notesMaster1.xml" Id="Rd0c6b5957fe84c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2e8166bd7c4215" /><Relationship Type="http://schemas.openxmlformats.org/officeDocument/2006/relationships/notesMaster" Target="/ppt/notesMasters/notesMaster1.xml" Id="R3c384c87e1c649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a07034a3a54224" /><Relationship Type="http://schemas.openxmlformats.org/officeDocument/2006/relationships/notesMaster" Target="/ppt/notesMasters/notesMaster1.xml" Id="R61fe9907aaec47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Good afternoon everyone. Our project focuses on improving the boarding experience for economy-class passengers at airports.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However, after conducting researches, we found that airports already provide boarding information through announcements, display screens, and mobile notifications. Most passengers know when boarding begins but still queue early. This revealed that the key insight is uncertainty. Passengers are often unsure about when it is actually worth joining the queue. As a result, we reframed our project. Rather than focusing on improving access to boarding information, we shifted our attention toward helping passengers make better decisions about queue timing and reducing unnecessary waiting.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led us to our final design challenge:</a:t>
            </a:r>
            <a:endParaRPr/>
          </a:p>
          <a:p xmlns:a="http://schemas.openxmlformats.org/drawingml/2006/main">
            <a:pPr marL="0" lvl="0" indent="0" algn="l">
              <a:lnSpc>
                <a:spcPct val="100000"/>
              </a:lnSpc>
              <a:spcBef>
                <a:spcPts val="0"/>
              </a:spcBef>
              <a:spcAft>
                <a:spcPts val="0"/>
              </a:spcAft>
              <a:buSzPts val="1400"/>
              <a:buNone/>
            </a:pPr>
            <a:r>
              <a:t>'How might we help economy-class passengers identify a suitable time to join the boarding queue, without increasing gate agents' workload?'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t>Our earlier exploratory study involved three international university students with experience travelling in economy class. All three used existing information sources, including airport screens, phone updates and announcements. However, two participants also treated other passengers' behaviour as a signal. When they saw people forming a queue, they assumed boarding would begin soon and joined the line. In contrast, one participant preferred to remain seated and did not feel pressured to queue. These interviews suggested that information was available, but passengers still lacked clear guidance about whether joining the physical queue was worthwhile at that moment.</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Our secondary research supported this direction. Rodríguez-Sanz and colleagues found that airport queue behaviour can be modelled to provide real-time waiting-time predictions. Choi and colleagues also found that useful technology-based information services can improve passengers' airport experience. Together, these findings led us to explore timely and actionable queueing guidance, rather than simply providing more boarding information.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Rodríguez-Sanz, Á., Fernández de Marcos, A., Pérez-Castán, J. A., Comendador, F. G., Arnaldo Valdés, R., &amp; París Loreiro, Á. (2021). Queue behavioural patterns for passengers at airport terminals: A machine learning approach. Journal of Air Transport Management, 90, 101940. https://doi.org/10.1016/j.jairtraman.2020.101940</a:t>
            </a:r>
            <a:endParaRPr/>
          </a:p>
          <a:p xmlns:a="http://schemas.openxmlformats.org/drawingml/2006/main">
            <a:pPr marL="0" lvl="0" indent="0" algn="l">
              <a:spcBef>
                <a:spcPts val="0"/>
              </a:spcBef>
              <a:spcAft>
                <a:spcPts val="0"/>
              </a:spcAft>
              <a:buNone/>
            </a:pPr>
            <a:r>
              <a:rPr sz="1200"/>
              <a:t>Choi, S., Moon, C., Lee, K., Su, X., Hwang, J., &amp; Kim, I. (2024). Exploring smart airports' information service technology for sustainability: Integration of the Delphi and Kano approaches. Sustainability, 16(20), 8958. https://doi.org/10.3390/su16208958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latin typeface="Helvetica Neue"/>
                <a:ea typeface="Helvetica Neue"/>
                <a:cs typeface="Helvetica Neue"/>
              </a:rPr>
              <a:t>ENGLISH SCRIPT</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From our research, we found that passengers do not only need general boarding information. They need enough confidence to decide when joining the physical queue is worthwhile. When the queue situation and likely standing time are unclear, some passengers join early because they worry that waiting longer may disadvantage them.</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We translated these findings into four user needs. Passengers need to see the current queue situation, understand the likely wait after joining, feel confident that they can wait a little longer, and access the information with minimal effort.</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These needs create four design requirements. The concept should present queue conditions clearly, provide a realistic time range that can update as conditions change, and offer timely guidance without promising an exact boarding time. It should also fit the existing boarding process, so gate agents do not need to schedule passengers individually or answer more repetitive questions.</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These requirements form the criteria for the concept introduced next.</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中文讲稿</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通过调研，我们发现，乘客需要的不只是一般的登机信息。他们还需要足够的确定性，来判断什么时候加入实体队伍比较合适。当队伍情况和预计站立时间不清楚时，一些乘客会因为担心晚排队对自己不利，而选择过早加入队伍。</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我们把这些发现归纳成四项用户需求。乘客需要了解当前队伍情况，知道加入以后可能要站多久，相信自己稍晚一点排队也不会吃亏，并且能够用很少的操作获取这些信息。</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这些需求进一步形成了四项设计要求。方案应该清楚展示队伍状态，提供会随情况更新的合理时间范围，并给出及时的行动指引，但不能承诺一个绝对准确的登机时间。同时，它还需要融入现有登机流程，不能要求登机口工作人员逐一安排乘客，或增加重复问询。</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这些要求也构成了下一部分概念设计的判断标准。</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Source: User-provided Smart Queue Window project materials and Member 4 slide references.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Our concept is Smart Queue Window. It helps passengers check the queue without walking to the gate first. We propose automatic people counting to estimate queue length and passenger numbers. Combined with existing boarding scan data, this would help estimate the current standing time. Boarding group and walking time would also inform a suggested time range for joining. Passengers could scan a boarding pass or tap a supported digital pass, then view updates on a mobile webpage or kiosks around the airport. No extra app would be needed, and gate agents would not have to assign individual queue windows.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Concept sources: the team's original proposal and supplied meeting notes. Automatic queue monitoring remains a core feature. Boarding scans provide throughput and progress, but do not alone measure the physical queue. Anonymous counting without facial identification is a proposed design requirement. Data integration, compatible tap access and estimated times require validation. Walking time could use a kiosk's known position or a passenger-selected location.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中文提示：先讲不用走到登机口就能查看，再讲自动统计人数＋登机扫描数据，最后讲手机和机场各处终端。</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page would show crowding, estimated standing time and a recommended queue window. The window is a suggested time range, not a booking. WAIT means it is not yet time to join. GET READY means passengers should head towards the gate, with enough walking time. JOIN NOW means their group can board and it is a suitable time to queue. These suggestions would update as conditions change. They would not change boarding order or passengers' rights. Airline calls and the gate closing time would always take priority.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Concept sources: the team's original proposal and supplied meeting notes. WAIT must account for boarding eligibility, queue conditions and time remaining, rather than only whether a group has been called. Return guidance should allow for walking time plus a buffer, not use a fixed five-minute reminder. Near boarding closure or during final calls, guidance should prioritise reaching the gate over waiting for a shorter queue. Use on-page updates as the baseline; push notifications require a separate access and permission design. Expected queue time and a recommended clock-time window are different outputs. Reduced staff workload is a design goal to test.</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中文提示：区分“现在加入要站多久”和“建议几点加入”。三种状态提供建议，不改变航空公司的登机规则。</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AI disclosure for the group appendix: We used ChatGPT to organise our concept and meeting notes, refine the English wording, and create these slides and speaker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ENGLISH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features help solve our problem in five ways. First, the queue window tells passengers when to join, so they may spend less time standing. Second, WAIT, GET READY and JOIN NOW make the next step clear. Third, the suggestion changes with the queue and boarding progress, so the information stays useful. Fourth, sensors and boarding information update the guidance automatically, so gate agents do not need to manage each passenger. Finally, the messages are only suggestions. Passengers still follow airline announcements and gate closing times.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中文讲稿</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这些功能通过五个方面帮助解决我们的问题。第一，排队时间窗告诉乘客什么时候加入队伍，因此他们可以少站一会儿。第二，WAIT、GET READY 和 JOIN NOW 让下一步行动更清楚。第三，建议会根据队伍情况和登机进度变化，因此信息能够保持更新。第四，传感器和登机信息会自动更新建议，所以登机口工作人员不需要逐一管理乘客。最后，这些信息只是建议，乘客仍然需要遵守航空公司广播和登机口关闭时间。</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 User-provided teammate feature script and Smart Queue Window deck. No external claims added.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e4d4c103b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966184c57544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664489c7d04f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ac485e09ff43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8fef947b2842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8cc7e66e53493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d0418a7a7604a5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3a1861977394e9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f6e724abb0642e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689f3133835434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c7d8e6b018448b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8c5c43711e54f9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d992ea8db2e140d7"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6" name="Google Shape;16;p5">
            <a:extLst xmlns:a="http://schemas.openxmlformats.org/drawingml/2006/main">
              <a:ext uri="{FF2B5EF4-FFF2-40B4-BE49-F238E27FC236}">
                <a16:creationId xmlns:a16="http://schemas.microsoft.com/office/drawing/2014/main" id="{CBD01AAA-DCCD-4A3A-B00C-B58674C9E500}"/>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7" name="Google Shape;17;p5">
            <a:extLst xmlns:a="http://schemas.openxmlformats.org/drawingml/2006/main">
              <a:ext uri="{FF2B5EF4-FFF2-40B4-BE49-F238E27FC236}">
                <a16:creationId xmlns:a16="http://schemas.microsoft.com/office/drawing/2014/main" id="{3C32B03D-150A-44BD-B5FE-8DB88E044657}"/>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8" name="Google Shape;18;p5">
            <a:extLst xmlns:a="http://schemas.openxmlformats.org/drawingml/2006/main">
              <a:ext uri="{FF2B5EF4-FFF2-40B4-BE49-F238E27FC236}">
                <a16:creationId xmlns:a16="http://schemas.microsoft.com/office/drawing/2014/main" id="{DC7F3D5E-C08B-4C6C-AA74-92CD12A4ECF4}"/>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20" name="Google Shape;20;p6">
            <a:extLst xmlns:a="http://schemas.openxmlformats.org/drawingml/2006/main">
              <a:ext uri="{FF2B5EF4-FFF2-40B4-BE49-F238E27FC236}">
                <a16:creationId xmlns:a16="http://schemas.microsoft.com/office/drawing/2014/main" id="{2BCCC69D-9CC0-4926-90D7-BF519CB078A7}"/>
              </a:ext>
            </a:extLst>
          </p:cNvPr>
          <p:cNvSpPr>
            <a:spLocks xmlns:a="http://schemas.openxmlformats.org/drawingml/2006/main" noGrp="1"/>
          </p:cNvSpPr>
          <p:nvPr>
            <p:ph type="ctrTitle" idx="0"/>
          </p:nvPr>
        </p:nvSpPr>
        <p:spPr>
          <a:xfrm xmlns:a="http://schemas.openxmlformats.org/drawingml/2006/main">
            <a:off x="487635" y="2019747"/>
            <a:ext cx="5526529" cy="13936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1" name="Google Shape;21;p6">
            <a:extLst xmlns:a="http://schemas.openxmlformats.org/drawingml/2006/main">
              <a:ext uri="{FF2B5EF4-FFF2-40B4-BE49-F238E27FC236}">
                <a16:creationId xmlns:a16="http://schemas.microsoft.com/office/drawing/2014/main" id="{2FEC5F63-D9CA-4A00-9621-78243B780BBF}"/>
              </a:ext>
            </a:extLst>
          </p:cNvPr>
          <p:cNvSpPr>
            <a:spLocks xmlns:a="http://schemas.openxmlformats.org/drawingml/2006/main" noGrp="1"/>
          </p:cNvSpPr>
          <p:nvPr>
            <p:ph type="subTitle" idx="1"/>
          </p:nvPr>
        </p:nvSpPr>
        <p:spPr>
          <a:xfrm xmlns:a="http://schemas.openxmlformats.org/drawingml/2006/main">
            <a:off x="975270" y="3684308"/>
            <a:ext cx="4551259" cy="16615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100000"/>
              </a:lnSpc>
              <a:spcBef>
                <a:spcPts val="577"/>
              </a:spcBef>
              <a:spcAft>
                <a:spcPts val="0"/>
              </a:spcAft>
              <a:buClr>
                <a:srgbClr val="888888"/>
              </a:buClr>
              <a:buSzPts val="3035"/>
              <a:buNone/>
              <a:defRPr>
                <a:solidFill>
                  <a:srgbClr val="888888"/>
                </a:solidFill>
              </a:defRPr>
            </a:lvl1pPr>
            <a:lvl2pPr algn="ctr">
              <a:lnSpc>
                <a:spcPct val="100000"/>
              </a:lnSpc>
              <a:spcBef>
                <a:spcPts val="504"/>
              </a:spcBef>
              <a:spcAft>
                <a:spcPts val="0"/>
              </a:spcAft>
              <a:buClr>
                <a:srgbClr val="888888"/>
              </a:buClr>
              <a:buSzPts val="2655"/>
              <a:buNone/>
              <a:defRPr>
                <a:solidFill>
                  <a:srgbClr val="888888"/>
                </a:solidFill>
              </a:defRPr>
            </a:lvl2pPr>
            <a:lvl3pPr algn="ctr">
              <a:lnSpc>
                <a:spcPct val="100000"/>
              </a:lnSpc>
              <a:spcBef>
                <a:spcPts val="432"/>
              </a:spcBef>
              <a:spcAft>
                <a:spcPts val="0"/>
              </a:spcAft>
              <a:buClr>
                <a:srgbClr val="888888"/>
              </a:buClr>
              <a:buSzPts val="2275"/>
              <a:buNone/>
              <a:defRPr>
                <a:solidFill>
                  <a:srgbClr val="888888"/>
                </a:solidFill>
              </a:defRPr>
            </a:lvl3pPr>
            <a:lvl4pPr algn="ctr">
              <a:lnSpc>
                <a:spcPct val="100000"/>
              </a:lnSpc>
              <a:spcBef>
                <a:spcPts val="360"/>
              </a:spcBef>
              <a:spcAft>
                <a:spcPts val="0"/>
              </a:spcAft>
              <a:buClr>
                <a:srgbClr val="888888"/>
              </a:buClr>
              <a:buSzPts val="1895"/>
              <a:buNone/>
              <a:defRPr>
                <a:solidFill>
                  <a:srgbClr val="888888"/>
                </a:solidFill>
              </a:defRPr>
            </a:lvl4pPr>
            <a:lvl5pPr algn="ctr">
              <a:lnSpc>
                <a:spcPct val="100000"/>
              </a:lnSpc>
              <a:spcBef>
                <a:spcPts val="360"/>
              </a:spcBef>
              <a:spcAft>
                <a:spcPts val="0"/>
              </a:spcAft>
              <a:buClr>
                <a:srgbClr val="888888"/>
              </a:buClr>
              <a:buSzPts val="1895"/>
              <a:buNone/>
              <a:defRPr>
                <a:solidFill>
                  <a:srgbClr val="888888"/>
                </a:solidFill>
              </a:defRPr>
            </a:lvl5pPr>
            <a:lvl6pPr algn="ctr">
              <a:lnSpc>
                <a:spcPct val="100000"/>
              </a:lnSpc>
              <a:spcBef>
                <a:spcPts val="360"/>
              </a:spcBef>
              <a:spcAft>
                <a:spcPts val="0"/>
              </a:spcAft>
              <a:buClr>
                <a:srgbClr val="888888"/>
              </a:buClr>
              <a:buSzPts val="1895"/>
              <a:buNone/>
              <a:defRPr>
                <a:solidFill>
                  <a:srgbClr val="888888"/>
                </a:solidFill>
              </a:defRPr>
            </a:lvl6pPr>
            <a:lvl7pPr algn="ctr">
              <a:lnSpc>
                <a:spcPct val="100000"/>
              </a:lnSpc>
              <a:spcBef>
                <a:spcPts val="360"/>
              </a:spcBef>
              <a:spcAft>
                <a:spcPts val="0"/>
              </a:spcAft>
              <a:buClr>
                <a:srgbClr val="888888"/>
              </a:buClr>
              <a:buSzPts val="1895"/>
              <a:buNone/>
              <a:defRPr>
                <a:solidFill>
                  <a:srgbClr val="888888"/>
                </a:solidFill>
              </a:defRPr>
            </a:lvl7pPr>
            <a:lvl8pPr algn="ctr">
              <a:lnSpc>
                <a:spcPct val="100000"/>
              </a:lnSpc>
              <a:spcBef>
                <a:spcPts val="360"/>
              </a:spcBef>
              <a:spcAft>
                <a:spcPts val="0"/>
              </a:spcAft>
              <a:buClr>
                <a:srgbClr val="888888"/>
              </a:buClr>
              <a:buSzPts val="1895"/>
              <a:buNone/>
              <a:defRPr>
                <a:solidFill>
                  <a:srgbClr val="888888"/>
                </a:solidFill>
              </a:defRPr>
            </a:lvl8pPr>
            <a:lvl9pPr algn="ctr">
              <a:lnSpc>
                <a:spcPct val="100000"/>
              </a:lnSpc>
              <a:spcBef>
                <a:spcPts val="360"/>
              </a:spcBef>
              <a:spcAft>
                <a:spcPts val="0"/>
              </a:spcAft>
              <a:buClr>
                <a:srgbClr val="888888"/>
              </a:buClr>
              <a:buSzPts val="1895"/>
              <a:buNone/>
              <a:defRPr>
                <a:solidFill>
                  <a:srgbClr val="888888"/>
                </a:solidFill>
              </a:defRPr>
            </a:lvl9pPr>
          </a:lstStyle>
          <a:p xmlns:a="http://schemas.openxmlformats.org/drawingml/2006/main"/>
        </p:txBody>
      </p:sp>
      <p:sp>
        <p:nvSpPr>
          <p:cNvPr id="22" name="Google Shape;22;p6">
            <a:extLst xmlns:a="http://schemas.openxmlformats.org/drawingml/2006/main">
              <a:ext uri="{FF2B5EF4-FFF2-40B4-BE49-F238E27FC236}">
                <a16:creationId xmlns:a16="http://schemas.microsoft.com/office/drawing/2014/main" id="{FA5C65A4-47FA-43B3-80E2-9A46A4ACEF8E}"/>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3" name="Google Shape;23;p6">
            <a:extLst xmlns:a="http://schemas.openxmlformats.org/drawingml/2006/main">
              <a:ext uri="{FF2B5EF4-FFF2-40B4-BE49-F238E27FC236}">
                <a16:creationId xmlns:a16="http://schemas.microsoft.com/office/drawing/2014/main" id="{C308DA79-B823-4761-8A18-F2EAB6B9D90E}"/>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1F3EF2B6-AE7B-4F79-BBEE-EFC9504D674B}"/>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6" name="Google Shape;26;p7">
            <a:extLst xmlns:a="http://schemas.openxmlformats.org/drawingml/2006/main">
              <a:ext uri="{FF2B5EF4-FFF2-40B4-BE49-F238E27FC236}">
                <a16:creationId xmlns:a16="http://schemas.microsoft.com/office/drawing/2014/main" id="{9E2968F5-70DD-4E18-ACB4-F5A952527791}"/>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7" name="Google Shape;27;p7">
            <a:extLst xmlns:a="http://schemas.openxmlformats.org/drawingml/2006/main">
              <a:ext uri="{FF2B5EF4-FFF2-40B4-BE49-F238E27FC236}">
                <a16:creationId xmlns:a16="http://schemas.microsoft.com/office/drawing/2014/main" id="{95CBD1B9-9E46-454D-AFBC-710BE7A420A0}"/>
              </a:ext>
            </a:extLst>
          </p:cNvPr>
          <p:cNvSpPr>
            <a:spLocks xmlns:a="http://schemas.openxmlformats.org/drawingml/2006/main" noGrp="1"/>
          </p:cNvSpPr>
          <p:nvPr>
            <p:ph type="body" idx="1"/>
          </p:nvPr>
        </p:nvSpPr>
        <p:spPr>
          <a:xfrm xmlns:a="http://schemas.openxmlformats.org/drawingml/2006/main">
            <a:off x="325090" y="1517068"/>
            <a:ext cx="5851619"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42"/>
              </a:spcBef>
              <a:spcAft>
                <a:spcPts val="0"/>
              </a:spcAft>
              <a:buClr>
                <a:schemeClr val="dk1"/>
              </a:buClr>
              <a:buSzPts val="1800"/>
              <a:buChar char="•"/>
              <a:defRPr/>
            </a:lvl1pPr>
            <a:lvl2pPr marL="914400" indent="-342900" algn="l">
              <a:lnSpc>
                <a:spcPct val="100000"/>
              </a:lnSpc>
              <a:spcBef>
                <a:spcPts val="342"/>
              </a:spcBef>
              <a:spcAft>
                <a:spcPts val="0"/>
              </a:spcAft>
              <a:buClr>
                <a:schemeClr val="dk1"/>
              </a:buClr>
              <a:buSzPts val="1800"/>
              <a:buChar char="–"/>
              <a:defRPr/>
            </a:lvl2pPr>
            <a:lvl3pPr marL="1371600" indent="-342900" algn="l">
              <a:lnSpc>
                <a:spcPct val="100000"/>
              </a:lnSpc>
              <a:spcBef>
                <a:spcPts val="342"/>
              </a:spcBef>
              <a:spcAft>
                <a:spcPts val="0"/>
              </a:spcAft>
              <a:buClr>
                <a:schemeClr val="dk1"/>
              </a:buClr>
              <a:buSzPts val="1800"/>
              <a:buChar char="•"/>
              <a:defRPr/>
            </a:lvl3pPr>
            <a:lvl4pPr marL="1828800" indent="-342900" algn="l">
              <a:lnSpc>
                <a:spcPct val="100000"/>
              </a:lnSpc>
              <a:spcBef>
                <a:spcPts val="342"/>
              </a:spcBef>
              <a:spcAft>
                <a:spcPts val="0"/>
              </a:spcAft>
              <a:buClr>
                <a:schemeClr val="dk1"/>
              </a:buClr>
              <a:buSzPts val="1800"/>
              <a:buChar char="–"/>
              <a:defRPr/>
            </a:lvl4pPr>
            <a:lvl5pPr marL="2286000" indent="-342900" algn="l">
              <a:lnSpc>
                <a:spcPct val="100000"/>
              </a:lnSpc>
              <a:spcBef>
                <a:spcPts val="342"/>
              </a:spcBef>
              <a:spcAft>
                <a:spcPts val="0"/>
              </a:spcAft>
              <a:buClr>
                <a:schemeClr val="dk1"/>
              </a:buClr>
              <a:buSzPts val="1800"/>
              <a:buChar char="»"/>
              <a:defRPr/>
            </a:lvl5pPr>
            <a:lvl6pPr marL="2743200" indent="-342900" algn="l">
              <a:lnSpc>
                <a:spcPct val="100000"/>
              </a:lnSpc>
              <a:spcBef>
                <a:spcPts val="342"/>
              </a:spcBef>
              <a:spcAft>
                <a:spcPts val="0"/>
              </a:spcAft>
              <a:buClr>
                <a:schemeClr val="dk1"/>
              </a:buClr>
              <a:buSzPts val="1800"/>
              <a:buChar char="•"/>
              <a:defRPr/>
            </a:lvl6pPr>
            <a:lvl7pPr marL="3200400" indent="-342900" algn="l">
              <a:lnSpc>
                <a:spcPct val="100000"/>
              </a:lnSpc>
              <a:spcBef>
                <a:spcPts val="342"/>
              </a:spcBef>
              <a:spcAft>
                <a:spcPts val="0"/>
              </a:spcAft>
              <a:buClr>
                <a:schemeClr val="dk1"/>
              </a:buClr>
              <a:buSzPts val="1800"/>
              <a:buChar char="•"/>
              <a:defRPr/>
            </a:lvl7pPr>
            <a:lvl8pPr marL="3657600" indent="-342900" algn="l">
              <a:lnSpc>
                <a:spcPct val="100000"/>
              </a:lnSpc>
              <a:spcBef>
                <a:spcPts val="342"/>
              </a:spcBef>
              <a:spcAft>
                <a:spcPts val="0"/>
              </a:spcAft>
              <a:buClr>
                <a:schemeClr val="dk1"/>
              </a:buClr>
              <a:buSzPts val="1800"/>
              <a:buChar char="•"/>
              <a:defRPr/>
            </a:lvl8pPr>
            <a:lvl9pPr marL="4114800" indent="-342900" algn="l">
              <a:lnSpc>
                <a:spcPct val="100000"/>
              </a:lnSpc>
              <a:spcBef>
                <a:spcPts val="342"/>
              </a:spcBef>
              <a:spcAft>
                <a:spcPts val="0"/>
              </a:spcAft>
              <a:buClr>
                <a:schemeClr val="dk1"/>
              </a:buClr>
              <a:buSzPts val="1800"/>
              <a:buChar char="•"/>
              <a:defRPr/>
            </a:lvl9pPr>
          </a:lstStyle>
          <a:p xmlns:a="http://schemas.openxmlformats.org/drawingml/2006/main"/>
        </p:txBody>
      </p:sp>
      <p:sp>
        <p:nvSpPr>
          <p:cNvPr id="28" name="Google Shape;28;p7">
            <a:extLst xmlns:a="http://schemas.openxmlformats.org/drawingml/2006/main">
              <a:ext uri="{FF2B5EF4-FFF2-40B4-BE49-F238E27FC236}">
                <a16:creationId xmlns:a16="http://schemas.microsoft.com/office/drawing/2014/main" id="{47CED70D-E3A6-406A-8619-F218793379CA}"/>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9" name="Google Shape;29;p7">
            <a:extLst xmlns:a="http://schemas.openxmlformats.org/drawingml/2006/main">
              <a:ext uri="{FF2B5EF4-FFF2-40B4-BE49-F238E27FC236}">
                <a16:creationId xmlns:a16="http://schemas.microsoft.com/office/drawing/2014/main" id="{6F09CE7D-482F-4484-9C26-8AE039AA3C89}"/>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5E622A77-A028-4948-8891-9C5EC1095FEF}"/>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2" name="Google Shape;32;p8">
            <a:extLst xmlns:a="http://schemas.openxmlformats.org/drawingml/2006/main">
              <a:ext uri="{FF2B5EF4-FFF2-40B4-BE49-F238E27FC236}">
                <a16:creationId xmlns:a16="http://schemas.microsoft.com/office/drawing/2014/main" id="{5FFB61BD-FBA9-4B77-B1F6-837EB5C7752D}"/>
              </a:ext>
            </a:extLst>
          </p:cNvPr>
          <p:cNvSpPr>
            <a:spLocks xmlns:a="http://schemas.openxmlformats.org/drawingml/2006/main" noGrp="1"/>
          </p:cNvSpPr>
          <p:nvPr>
            <p:ph type="title" idx="0"/>
          </p:nvPr>
        </p:nvSpPr>
        <p:spPr>
          <a:xfrm xmlns:a="http://schemas.openxmlformats.org/drawingml/2006/main">
            <a:off x="513597" y="4177957"/>
            <a:ext cx="5526529" cy="12913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Clr>
                <a:schemeClr val="dk1"/>
              </a:buClr>
              <a:buSzPts val="3790"/>
              <a:buFont typeface="Calibri"/>
              <a:buNone/>
              <a:defRPr sz="379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3" name="Google Shape;33;p8">
            <a:extLst xmlns:a="http://schemas.openxmlformats.org/drawingml/2006/main">
              <a:ext uri="{FF2B5EF4-FFF2-40B4-BE49-F238E27FC236}">
                <a16:creationId xmlns:a16="http://schemas.microsoft.com/office/drawing/2014/main" id="{280E2ADD-4099-4EB0-A8CA-57B082F879DC}"/>
              </a:ext>
            </a:extLst>
          </p:cNvPr>
          <p:cNvSpPr>
            <a:spLocks xmlns:a="http://schemas.openxmlformats.org/drawingml/2006/main" noGrp="1"/>
          </p:cNvSpPr>
          <p:nvPr>
            <p:ph type="body" idx="1"/>
          </p:nvPr>
        </p:nvSpPr>
        <p:spPr>
          <a:xfrm xmlns:a="http://schemas.openxmlformats.org/drawingml/2006/main">
            <a:off x="513597" y="2755707"/>
            <a:ext cx="5526529" cy="14222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360"/>
              </a:spcBef>
              <a:spcAft>
                <a:spcPts val="0"/>
              </a:spcAft>
              <a:buClr>
                <a:srgbClr val="888888"/>
              </a:buClr>
              <a:buSzPts val="1895"/>
              <a:buNone/>
              <a:defRPr sz="1895">
                <a:solidFill>
                  <a:srgbClr val="888888"/>
                </a:solidFill>
              </a:defRPr>
            </a:lvl1pPr>
            <a:lvl2pPr marL="914400" indent="-228600" algn="l">
              <a:lnSpc>
                <a:spcPct val="100000"/>
              </a:lnSpc>
              <a:spcBef>
                <a:spcPts val="324"/>
              </a:spcBef>
              <a:spcAft>
                <a:spcPts val="0"/>
              </a:spcAft>
              <a:buClr>
                <a:srgbClr val="888888"/>
              </a:buClr>
              <a:buSzPts val="1705"/>
              <a:buNone/>
              <a:defRPr sz="1704">
                <a:solidFill>
                  <a:srgbClr val="888888"/>
                </a:solidFill>
              </a:defRPr>
            </a:lvl2pPr>
            <a:lvl3pPr marL="1371600" indent="-228600" algn="l">
              <a:lnSpc>
                <a:spcPct val="100000"/>
              </a:lnSpc>
              <a:spcBef>
                <a:spcPts val="288"/>
              </a:spcBef>
              <a:spcAft>
                <a:spcPts val="0"/>
              </a:spcAft>
              <a:buClr>
                <a:srgbClr val="888888"/>
              </a:buClr>
              <a:buSzPts val="1515"/>
              <a:buNone/>
              <a:defRPr sz="1515">
                <a:solidFill>
                  <a:srgbClr val="888888"/>
                </a:solidFill>
              </a:defRPr>
            </a:lvl3pPr>
            <a:lvl4pPr marL="1828800" indent="-228600" algn="l">
              <a:lnSpc>
                <a:spcPct val="100000"/>
              </a:lnSpc>
              <a:spcBef>
                <a:spcPts val="252"/>
              </a:spcBef>
              <a:spcAft>
                <a:spcPts val="0"/>
              </a:spcAft>
              <a:buClr>
                <a:srgbClr val="888888"/>
              </a:buClr>
              <a:buSzPts val="1325"/>
              <a:buNone/>
              <a:defRPr sz="1325">
                <a:solidFill>
                  <a:srgbClr val="888888"/>
                </a:solidFill>
              </a:defRPr>
            </a:lvl4pPr>
            <a:lvl5pPr marL="2286000" indent="-228600" algn="l">
              <a:lnSpc>
                <a:spcPct val="100000"/>
              </a:lnSpc>
              <a:spcBef>
                <a:spcPts val="252"/>
              </a:spcBef>
              <a:spcAft>
                <a:spcPts val="0"/>
              </a:spcAft>
              <a:buClr>
                <a:srgbClr val="888888"/>
              </a:buClr>
              <a:buSzPts val="1325"/>
              <a:buNone/>
              <a:defRPr sz="1325">
                <a:solidFill>
                  <a:srgbClr val="888888"/>
                </a:solidFill>
              </a:defRPr>
            </a:lvl5pPr>
            <a:lvl6pPr marL="2743200" indent="-228600" algn="l">
              <a:lnSpc>
                <a:spcPct val="100000"/>
              </a:lnSpc>
              <a:spcBef>
                <a:spcPts val="252"/>
              </a:spcBef>
              <a:spcAft>
                <a:spcPts val="0"/>
              </a:spcAft>
              <a:buClr>
                <a:srgbClr val="888888"/>
              </a:buClr>
              <a:buSzPts val="1325"/>
              <a:buNone/>
              <a:defRPr sz="1325">
                <a:solidFill>
                  <a:srgbClr val="888888"/>
                </a:solidFill>
              </a:defRPr>
            </a:lvl6pPr>
            <a:lvl7pPr marL="3200400" indent="-228600" algn="l">
              <a:lnSpc>
                <a:spcPct val="100000"/>
              </a:lnSpc>
              <a:spcBef>
                <a:spcPts val="252"/>
              </a:spcBef>
              <a:spcAft>
                <a:spcPts val="0"/>
              </a:spcAft>
              <a:buClr>
                <a:srgbClr val="888888"/>
              </a:buClr>
              <a:buSzPts val="1325"/>
              <a:buNone/>
              <a:defRPr sz="1325">
                <a:solidFill>
                  <a:srgbClr val="888888"/>
                </a:solidFill>
              </a:defRPr>
            </a:lvl7pPr>
            <a:lvl8pPr marL="3657600" indent="-228600" algn="l">
              <a:lnSpc>
                <a:spcPct val="100000"/>
              </a:lnSpc>
              <a:spcBef>
                <a:spcPts val="252"/>
              </a:spcBef>
              <a:spcAft>
                <a:spcPts val="0"/>
              </a:spcAft>
              <a:buClr>
                <a:srgbClr val="888888"/>
              </a:buClr>
              <a:buSzPts val="1325"/>
              <a:buNone/>
              <a:defRPr sz="1325">
                <a:solidFill>
                  <a:srgbClr val="888888"/>
                </a:solidFill>
              </a:defRPr>
            </a:lvl8pPr>
            <a:lvl9pPr marL="4114800" indent="-228600" algn="l">
              <a:lnSpc>
                <a:spcPct val="100000"/>
              </a:lnSpc>
              <a:spcBef>
                <a:spcPts val="252"/>
              </a:spcBef>
              <a:spcAft>
                <a:spcPts val="0"/>
              </a:spcAft>
              <a:buClr>
                <a:srgbClr val="888888"/>
              </a:buClr>
              <a:buSzPts val="1325"/>
              <a:buNone/>
              <a:defRPr sz="1325">
                <a:solidFill>
                  <a:srgbClr val="888888"/>
                </a:solidFill>
              </a:defRPr>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57458D05-FFB2-40FC-A923-E5AF2B35CB7F}"/>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5" name="Google Shape;35;p8">
            <a:extLst xmlns:a="http://schemas.openxmlformats.org/drawingml/2006/main">
              <a:ext uri="{FF2B5EF4-FFF2-40B4-BE49-F238E27FC236}">
                <a16:creationId xmlns:a16="http://schemas.microsoft.com/office/drawing/2014/main" id="{5A6740F3-EA80-4489-86F1-C79D7F050E7F}"/>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6" name="Google Shape;36;p8">
            <a:extLst xmlns:a="http://schemas.openxmlformats.org/drawingml/2006/main">
              <a:ext uri="{FF2B5EF4-FFF2-40B4-BE49-F238E27FC236}">
                <a16:creationId xmlns:a16="http://schemas.microsoft.com/office/drawing/2014/main" id="{8A0FBFCA-23E5-434D-A326-4F915EA1F714}"/>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8" name="Google Shape;38;p9">
            <a:extLst xmlns:a="http://schemas.openxmlformats.org/drawingml/2006/main">
              <a:ext uri="{FF2B5EF4-FFF2-40B4-BE49-F238E27FC236}">
                <a16:creationId xmlns:a16="http://schemas.microsoft.com/office/drawing/2014/main" id="{E6D24584-5B45-4DEE-BF5C-79A0C671C14C}"/>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8C472AAA-EBD3-4BFA-9C82-C1144E1A8436}"/>
              </a:ext>
            </a:extLst>
          </p:cNvPr>
          <p:cNvSpPr>
            <a:spLocks xmlns:a="http://schemas.openxmlformats.org/drawingml/2006/main" noGrp="1"/>
          </p:cNvSpPr>
          <p:nvPr>
            <p:ph type="body" idx="1"/>
          </p:nvPr>
        </p:nvSpPr>
        <p:spPr>
          <a:xfrm xmlns:a="http://schemas.openxmlformats.org/drawingml/2006/main">
            <a:off x="325090" y="1517068"/>
            <a:ext cx="2871628"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7193" algn="l">
              <a:lnSpc>
                <a:spcPct val="100000"/>
              </a:lnSpc>
              <a:spcBef>
                <a:spcPts val="504"/>
              </a:spcBef>
              <a:spcAft>
                <a:spcPts val="0"/>
              </a:spcAft>
              <a:buClr>
                <a:schemeClr val="dk1"/>
              </a:buClr>
              <a:buSzPts val="2655"/>
              <a:buChar char="•"/>
              <a:defRPr sz="2655"/>
            </a:lvl1pPr>
            <a:lvl2pPr marL="914400" indent="-373063" algn="l">
              <a:lnSpc>
                <a:spcPct val="100000"/>
              </a:lnSpc>
              <a:spcBef>
                <a:spcPts val="432"/>
              </a:spcBef>
              <a:spcAft>
                <a:spcPts val="0"/>
              </a:spcAft>
              <a:buClr>
                <a:schemeClr val="dk1"/>
              </a:buClr>
              <a:buSzPts val="2275"/>
              <a:buChar char="–"/>
              <a:defRPr sz="2275"/>
            </a:lvl2pPr>
            <a:lvl3pPr marL="1371600" indent="-348932" algn="l">
              <a:lnSpc>
                <a:spcPct val="100000"/>
              </a:lnSpc>
              <a:spcBef>
                <a:spcPts val="360"/>
              </a:spcBef>
              <a:spcAft>
                <a:spcPts val="0"/>
              </a:spcAft>
              <a:buClr>
                <a:schemeClr val="dk1"/>
              </a:buClr>
              <a:buSzPts val="1895"/>
              <a:buChar char="•"/>
              <a:defRPr sz="1895"/>
            </a:lvl3pPr>
            <a:lvl4pPr marL="1828800" indent="-336868" algn="l">
              <a:lnSpc>
                <a:spcPct val="100000"/>
              </a:lnSpc>
              <a:spcBef>
                <a:spcPts val="324"/>
              </a:spcBef>
              <a:spcAft>
                <a:spcPts val="0"/>
              </a:spcAft>
              <a:buClr>
                <a:schemeClr val="dk1"/>
              </a:buClr>
              <a:buSzPts val="1705"/>
              <a:buChar char="–"/>
              <a:defRPr sz="1704"/>
            </a:lvl4pPr>
            <a:lvl5pPr marL="2286000" indent="-336867" algn="l">
              <a:lnSpc>
                <a:spcPct val="100000"/>
              </a:lnSpc>
              <a:spcBef>
                <a:spcPts val="324"/>
              </a:spcBef>
              <a:spcAft>
                <a:spcPts val="0"/>
              </a:spcAft>
              <a:buClr>
                <a:schemeClr val="dk1"/>
              </a:buClr>
              <a:buSzPts val="1705"/>
              <a:buChar char="»"/>
              <a:defRPr sz="1704"/>
            </a:lvl5pPr>
            <a:lvl6pPr marL="2743200" indent="-336867" algn="l">
              <a:lnSpc>
                <a:spcPct val="100000"/>
              </a:lnSpc>
              <a:spcBef>
                <a:spcPts val="324"/>
              </a:spcBef>
              <a:spcAft>
                <a:spcPts val="0"/>
              </a:spcAft>
              <a:buClr>
                <a:schemeClr val="dk1"/>
              </a:buClr>
              <a:buSzPts val="1705"/>
              <a:buChar char="•"/>
              <a:defRPr sz="1704"/>
            </a:lvl6pPr>
            <a:lvl7pPr marL="3200400" indent="-336867" algn="l">
              <a:lnSpc>
                <a:spcPct val="100000"/>
              </a:lnSpc>
              <a:spcBef>
                <a:spcPts val="324"/>
              </a:spcBef>
              <a:spcAft>
                <a:spcPts val="0"/>
              </a:spcAft>
              <a:buClr>
                <a:schemeClr val="dk1"/>
              </a:buClr>
              <a:buSzPts val="1705"/>
              <a:buChar char="•"/>
              <a:defRPr sz="1704"/>
            </a:lvl7pPr>
            <a:lvl8pPr marL="3657600" indent="-336867" algn="l">
              <a:lnSpc>
                <a:spcPct val="100000"/>
              </a:lnSpc>
              <a:spcBef>
                <a:spcPts val="324"/>
              </a:spcBef>
              <a:spcAft>
                <a:spcPts val="0"/>
              </a:spcAft>
              <a:buClr>
                <a:schemeClr val="dk1"/>
              </a:buClr>
              <a:buSzPts val="1705"/>
              <a:buChar char="•"/>
              <a:defRPr sz="1704"/>
            </a:lvl8pPr>
            <a:lvl9pPr marL="4114800" indent="-336867" algn="l">
              <a:lnSpc>
                <a:spcPct val="100000"/>
              </a:lnSpc>
              <a:spcBef>
                <a:spcPts val="324"/>
              </a:spcBef>
              <a:spcAft>
                <a:spcPts val="0"/>
              </a:spcAft>
              <a:buClr>
                <a:schemeClr val="dk1"/>
              </a:buClr>
              <a:buSzPts val="1705"/>
              <a:buChar char="•"/>
              <a:defRPr sz="1704"/>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E3010CD-6196-4CB8-A26A-90ACCA0B2CAB}"/>
              </a:ext>
            </a:extLst>
          </p:cNvPr>
          <p:cNvSpPr>
            <a:spLocks xmlns:a="http://schemas.openxmlformats.org/drawingml/2006/main" noGrp="1"/>
          </p:cNvSpPr>
          <p:nvPr>
            <p:ph type="body" idx="2"/>
          </p:nvPr>
        </p:nvSpPr>
        <p:spPr>
          <a:xfrm xmlns:a="http://schemas.openxmlformats.org/drawingml/2006/main">
            <a:off x="3305081" y="1517068"/>
            <a:ext cx="2871628"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7193" algn="l">
              <a:lnSpc>
                <a:spcPct val="100000"/>
              </a:lnSpc>
              <a:spcBef>
                <a:spcPts val="504"/>
              </a:spcBef>
              <a:spcAft>
                <a:spcPts val="0"/>
              </a:spcAft>
              <a:buClr>
                <a:schemeClr val="dk1"/>
              </a:buClr>
              <a:buSzPts val="2655"/>
              <a:buChar char="•"/>
              <a:defRPr sz="2655"/>
            </a:lvl1pPr>
            <a:lvl2pPr marL="914400" indent="-373063" algn="l">
              <a:lnSpc>
                <a:spcPct val="100000"/>
              </a:lnSpc>
              <a:spcBef>
                <a:spcPts val="432"/>
              </a:spcBef>
              <a:spcAft>
                <a:spcPts val="0"/>
              </a:spcAft>
              <a:buClr>
                <a:schemeClr val="dk1"/>
              </a:buClr>
              <a:buSzPts val="2275"/>
              <a:buChar char="–"/>
              <a:defRPr sz="2275"/>
            </a:lvl2pPr>
            <a:lvl3pPr marL="1371600" indent="-348932" algn="l">
              <a:lnSpc>
                <a:spcPct val="100000"/>
              </a:lnSpc>
              <a:spcBef>
                <a:spcPts val="360"/>
              </a:spcBef>
              <a:spcAft>
                <a:spcPts val="0"/>
              </a:spcAft>
              <a:buClr>
                <a:schemeClr val="dk1"/>
              </a:buClr>
              <a:buSzPts val="1895"/>
              <a:buChar char="•"/>
              <a:defRPr sz="1895"/>
            </a:lvl3pPr>
            <a:lvl4pPr marL="1828800" indent="-336868" algn="l">
              <a:lnSpc>
                <a:spcPct val="100000"/>
              </a:lnSpc>
              <a:spcBef>
                <a:spcPts val="324"/>
              </a:spcBef>
              <a:spcAft>
                <a:spcPts val="0"/>
              </a:spcAft>
              <a:buClr>
                <a:schemeClr val="dk1"/>
              </a:buClr>
              <a:buSzPts val="1705"/>
              <a:buChar char="–"/>
              <a:defRPr sz="1704"/>
            </a:lvl4pPr>
            <a:lvl5pPr marL="2286000" indent="-336867" algn="l">
              <a:lnSpc>
                <a:spcPct val="100000"/>
              </a:lnSpc>
              <a:spcBef>
                <a:spcPts val="324"/>
              </a:spcBef>
              <a:spcAft>
                <a:spcPts val="0"/>
              </a:spcAft>
              <a:buClr>
                <a:schemeClr val="dk1"/>
              </a:buClr>
              <a:buSzPts val="1705"/>
              <a:buChar char="»"/>
              <a:defRPr sz="1704"/>
            </a:lvl5pPr>
            <a:lvl6pPr marL="2743200" indent="-336867" algn="l">
              <a:lnSpc>
                <a:spcPct val="100000"/>
              </a:lnSpc>
              <a:spcBef>
                <a:spcPts val="324"/>
              </a:spcBef>
              <a:spcAft>
                <a:spcPts val="0"/>
              </a:spcAft>
              <a:buClr>
                <a:schemeClr val="dk1"/>
              </a:buClr>
              <a:buSzPts val="1705"/>
              <a:buChar char="•"/>
              <a:defRPr sz="1704"/>
            </a:lvl6pPr>
            <a:lvl7pPr marL="3200400" indent="-336867" algn="l">
              <a:lnSpc>
                <a:spcPct val="100000"/>
              </a:lnSpc>
              <a:spcBef>
                <a:spcPts val="324"/>
              </a:spcBef>
              <a:spcAft>
                <a:spcPts val="0"/>
              </a:spcAft>
              <a:buClr>
                <a:schemeClr val="dk1"/>
              </a:buClr>
              <a:buSzPts val="1705"/>
              <a:buChar char="•"/>
              <a:defRPr sz="1704"/>
            </a:lvl7pPr>
            <a:lvl8pPr marL="3657600" indent="-336867" algn="l">
              <a:lnSpc>
                <a:spcPct val="100000"/>
              </a:lnSpc>
              <a:spcBef>
                <a:spcPts val="324"/>
              </a:spcBef>
              <a:spcAft>
                <a:spcPts val="0"/>
              </a:spcAft>
              <a:buClr>
                <a:schemeClr val="dk1"/>
              </a:buClr>
              <a:buSzPts val="1705"/>
              <a:buChar char="•"/>
              <a:defRPr sz="1704"/>
            </a:lvl8pPr>
            <a:lvl9pPr marL="4114800" indent="-336867" algn="l">
              <a:lnSpc>
                <a:spcPct val="100000"/>
              </a:lnSpc>
              <a:spcBef>
                <a:spcPts val="324"/>
              </a:spcBef>
              <a:spcAft>
                <a:spcPts val="0"/>
              </a:spcAft>
              <a:buClr>
                <a:schemeClr val="dk1"/>
              </a:buClr>
              <a:buSzPts val="1705"/>
              <a:buChar char="•"/>
              <a:defRPr sz="1704"/>
            </a:lvl9pPr>
          </a:lstStyle>
          <a:p xmlns:a="http://schemas.openxmlformats.org/drawingml/2006/main"/>
        </p:txBody>
      </p:sp>
      <p:sp>
        <p:nvSpPr>
          <p:cNvPr id="41" name="Google Shape;41;p9">
            <a:extLst xmlns:a="http://schemas.openxmlformats.org/drawingml/2006/main">
              <a:ext uri="{FF2B5EF4-FFF2-40B4-BE49-F238E27FC236}">
                <a16:creationId xmlns:a16="http://schemas.microsoft.com/office/drawing/2014/main" id="{238189D9-A1AF-49D4-88AF-44C52AD64EF2}"/>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2" name="Google Shape;42;p9">
            <a:extLst xmlns:a="http://schemas.openxmlformats.org/drawingml/2006/main">
              <a:ext uri="{FF2B5EF4-FFF2-40B4-BE49-F238E27FC236}">
                <a16:creationId xmlns:a16="http://schemas.microsoft.com/office/drawing/2014/main" id="{9F678BF6-6F36-4276-B641-070B1EE17B1B}"/>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3" name="Google Shape;43;p9">
            <a:extLst xmlns:a="http://schemas.openxmlformats.org/drawingml/2006/main">
              <a:ext uri="{FF2B5EF4-FFF2-40B4-BE49-F238E27FC236}">
                <a16:creationId xmlns:a16="http://schemas.microsoft.com/office/drawing/2014/main" id="{80C17C8D-9214-4D4A-B977-DB0F8D0BD319}"/>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5" name="Google Shape;45;p10">
            <a:extLst xmlns:a="http://schemas.openxmlformats.org/drawingml/2006/main">
              <a:ext uri="{FF2B5EF4-FFF2-40B4-BE49-F238E27FC236}">
                <a16:creationId xmlns:a16="http://schemas.microsoft.com/office/drawing/2014/main" id="{71E08345-8121-4121-8E0F-5DD85466BE5F}"/>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417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6" name="Google Shape;46;p10">
            <a:extLst xmlns:a="http://schemas.openxmlformats.org/drawingml/2006/main">
              <a:ext uri="{FF2B5EF4-FFF2-40B4-BE49-F238E27FC236}">
                <a16:creationId xmlns:a16="http://schemas.microsoft.com/office/drawing/2014/main" id="{27586CE8-7223-4F54-B4B5-CE961710884C}"/>
              </a:ext>
            </a:extLst>
          </p:cNvPr>
          <p:cNvSpPr>
            <a:spLocks xmlns:a="http://schemas.openxmlformats.org/drawingml/2006/main" noGrp="1"/>
          </p:cNvSpPr>
          <p:nvPr>
            <p:ph type="body" idx="1"/>
          </p:nvPr>
        </p:nvSpPr>
        <p:spPr>
          <a:xfrm xmlns:a="http://schemas.openxmlformats.org/drawingml/2006/main">
            <a:off x="325090" y="1455362"/>
            <a:ext cx="2872757" cy="6065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32"/>
              </a:spcBef>
              <a:spcAft>
                <a:spcPts val="0"/>
              </a:spcAft>
              <a:buClr>
                <a:schemeClr val="dk1"/>
              </a:buClr>
              <a:buSzPts val="2275"/>
              <a:buNone/>
              <a:defRPr sz="2275" b="1"/>
            </a:lvl1pPr>
            <a:lvl2pPr marL="914400" indent="-228600" algn="l">
              <a:lnSpc>
                <a:spcPct val="100000"/>
              </a:lnSpc>
              <a:spcBef>
                <a:spcPts val="360"/>
              </a:spcBef>
              <a:spcAft>
                <a:spcPts val="0"/>
              </a:spcAft>
              <a:buClr>
                <a:schemeClr val="dk1"/>
              </a:buClr>
              <a:buSzPts val="1895"/>
              <a:buNone/>
              <a:defRPr sz="1895" b="1"/>
            </a:lvl2pPr>
            <a:lvl3pPr marL="1371600" indent="-228600" algn="l">
              <a:lnSpc>
                <a:spcPct val="100000"/>
              </a:lnSpc>
              <a:spcBef>
                <a:spcPts val="324"/>
              </a:spcBef>
              <a:spcAft>
                <a:spcPts val="0"/>
              </a:spcAft>
              <a:buClr>
                <a:schemeClr val="dk1"/>
              </a:buClr>
              <a:buSzPts val="1705"/>
              <a:buNone/>
              <a:defRPr sz="1704" b="1"/>
            </a:lvl3pPr>
            <a:lvl4pPr marL="1828800" indent="-228600" algn="l">
              <a:lnSpc>
                <a:spcPct val="100000"/>
              </a:lnSpc>
              <a:spcBef>
                <a:spcPts val="288"/>
              </a:spcBef>
              <a:spcAft>
                <a:spcPts val="0"/>
              </a:spcAft>
              <a:buClr>
                <a:schemeClr val="dk1"/>
              </a:buClr>
              <a:buSzPts val="1515"/>
              <a:buNone/>
              <a:defRPr sz="1515" b="1"/>
            </a:lvl4pPr>
            <a:lvl5pPr marL="2286000" indent="-228600" algn="l">
              <a:lnSpc>
                <a:spcPct val="100000"/>
              </a:lnSpc>
              <a:spcBef>
                <a:spcPts val="288"/>
              </a:spcBef>
              <a:spcAft>
                <a:spcPts val="0"/>
              </a:spcAft>
              <a:buClr>
                <a:schemeClr val="dk1"/>
              </a:buClr>
              <a:buSzPts val="1515"/>
              <a:buNone/>
              <a:defRPr sz="1515" b="1"/>
            </a:lvl5pPr>
            <a:lvl6pPr marL="2743200" indent="-228600" algn="l">
              <a:lnSpc>
                <a:spcPct val="100000"/>
              </a:lnSpc>
              <a:spcBef>
                <a:spcPts val="288"/>
              </a:spcBef>
              <a:spcAft>
                <a:spcPts val="0"/>
              </a:spcAft>
              <a:buClr>
                <a:schemeClr val="dk1"/>
              </a:buClr>
              <a:buSzPts val="1515"/>
              <a:buNone/>
              <a:defRPr sz="1515" b="1"/>
            </a:lvl6pPr>
            <a:lvl7pPr marL="3200400" indent="-228600" algn="l">
              <a:lnSpc>
                <a:spcPct val="100000"/>
              </a:lnSpc>
              <a:spcBef>
                <a:spcPts val="288"/>
              </a:spcBef>
              <a:spcAft>
                <a:spcPts val="0"/>
              </a:spcAft>
              <a:buClr>
                <a:schemeClr val="dk1"/>
              </a:buClr>
              <a:buSzPts val="1515"/>
              <a:buNone/>
              <a:defRPr sz="1515" b="1"/>
            </a:lvl7pPr>
            <a:lvl8pPr marL="3657600" indent="-228600" algn="l">
              <a:lnSpc>
                <a:spcPct val="100000"/>
              </a:lnSpc>
              <a:spcBef>
                <a:spcPts val="288"/>
              </a:spcBef>
              <a:spcAft>
                <a:spcPts val="0"/>
              </a:spcAft>
              <a:buClr>
                <a:schemeClr val="dk1"/>
              </a:buClr>
              <a:buSzPts val="1515"/>
              <a:buNone/>
              <a:defRPr sz="1515" b="1"/>
            </a:lvl8pPr>
            <a:lvl9pPr marL="4114800" indent="-228600" algn="l">
              <a:lnSpc>
                <a:spcPct val="100000"/>
              </a:lnSpc>
              <a:spcBef>
                <a:spcPts val="288"/>
              </a:spcBef>
              <a:spcAft>
                <a:spcPts val="0"/>
              </a:spcAft>
              <a:buClr>
                <a:schemeClr val="dk1"/>
              </a:buClr>
              <a:buSzPts val="1515"/>
              <a:buNone/>
              <a:defRPr sz="1515" b="1"/>
            </a:lvl9pPr>
          </a:lstStyle>
          <a:p xmlns:a="http://schemas.openxmlformats.org/drawingml/2006/main"/>
        </p:txBody>
      </p:sp>
      <p:sp>
        <p:nvSpPr>
          <p:cNvPr id="47" name="Google Shape;47;p10">
            <a:extLst xmlns:a="http://schemas.openxmlformats.org/drawingml/2006/main">
              <a:ext uri="{FF2B5EF4-FFF2-40B4-BE49-F238E27FC236}">
                <a16:creationId xmlns:a16="http://schemas.microsoft.com/office/drawing/2014/main" id="{4846A6B9-C699-4F24-B470-F9A85ECF6AE3}"/>
              </a:ext>
            </a:extLst>
          </p:cNvPr>
          <p:cNvSpPr>
            <a:spLocks xmlns:a="http://schemas.openxmlformats.org/drawingml/2006/main" noGrp="1"/>
          </p:cNvSpPr>
          <p:nvPr>
            <p:ph type="body" idx="2"/>
          </p:nvPr>
        </p:nvSpPr>
        <p:spPr>
          <a:xfrm xmlns:a="http://schemas.openxmlformats.org/drawingml/2006/main">
            <a:off x="325090" y="2061888"/>
            <a:ext cx="2872757" cy="37460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73063" algn="l">
              <a:lnSpc>
                <a:spcPct val="100000"/>
              </a:lnSpc>
              <a:spcBef>
                <a:spcPts val="432"/>
              </a:spcBef>
              <a:spcAft>
                <a:spcPts val="0"/>
              </a:spcAft>
              <a:buClr>
                <a:schemeClr val="dk1"/>
              </a:buClr>
              <a:buSzPts val="2275"/>
              <a:buChar char="•"/>
              <a:defRPr sz="2275"/>
            </a:lvl1pPr>
            <a:lvl2pPr marL="914400" indent="-348932" algn="l">
              <a:lnSpc>
                <a:spcPct val="100000"/>
              </a:lnSpc>
              <a:spcBef>
                <a:spcPts val="360"/>
              </a:spcBef>
              <a:spcAft>
                <a:spcPts val="0"/>
              </a:spcAft>
              <a:buClr>
                <a:schemeClr val="dk1"/>
              </a:buClr>
              <a:buSzPts val="1895"/>
              <a:buChar char="–"/>
              <a:defRPr sz="1895"/>
            </a:lvl2pPr>
            <a:lvl3pPr marL="1371600" indent="-336868" algn="l">
              <a:lnSpc>
                <a:spcPct val="100000"/>
              </a:lnSpc>
              <a:spcBef>
                <a:spcPts val="324"/>
              </a:spcBef>
              <a:spcAft>
                <a:spcPts val="0"/>
              </a:spcAft>
              <a:buClr>
                <a:schemeClr val="dk1"/>
              </a:buClr>
              <a:buSzPts val="1705"/>
              <a:buChar char="•"/>
              <a:defRPr sz="1704"/>
            </a:lvl3pPr>
            <a:lvl4pPr marL="1828800" indent="-324802" algn="l">
              <a:lnSpc>
                <a:spcPct val="100000"/>
              </a:lnSpc>
              <a:spcBef>
                <a:spcPts val="288"/>
              </a:spcBef>
              <a:spcAft>
                <a:spcPts val="0"/>
              </a:spcAft>
              <a:buClr>
                <a:schemeClr val="dk1"/>
              </a:buClr>
              <a:buSzPts val="1515"/>
              <a:buChar char="–"/>
              <a:defRPr sz="1515"/>
            </a:lvl4pPr>
            <a:lvl5pPr marL="2286000" indent="-324802" algn="l">
              <a:lnSpc>
                <a:spcPct val="100000"/>
              </a:lnSpc>
              <a:spcBef>
                <a:spcPts val="288"/>
              </a:spcBef>
              <a:spcAft>
                <a:spcPts val="0"/>
              </a:spcAft>
              <a:buClr>
                <a:schemeClr val="dk1"/>
              </a:buClr>
              <a:buSzPts val="1515"/>
              <a:buChar char="»"/>
              <a:defRPr sz="1515"/>
            </a:lvl5pPr>
            <a:lvl6pPr marL="2743200" indent="-324802" algn="l">
              <a:lnSpc>
                <a:spcPct val="100000"/>
              </a:lnSpc>
              <a:spcBef>
                <a:spcPts val="288"/>
              </a:spcBef>
              <a:spcAft>
                <a:spcPts val="0"/>
              </a:spcAft>
              <a:buClr>
                <a:schemeClr val="dk1"/>
              </a:buClr>
              <a:buSzPts val="1515"/>
              <a:buChar char="•"/>
              <a:defRPr sz="1515"/>
            </a:lvl6pPr>
            <a:lvl7pPr marL="3200400" indent="-324802" algn="l">
              <a:lnSpc>
                <a:spcPct val="100000"/>
              </a:lnSpc>
              <a:spcBef>
                <a:spcPts val="288"/>
              </a:spcBef>
              <a:spcAft>
                <a:spcPts val="0"/>
              </a:spcAft>
              <a:buClr>
                <a:schemeClr val="dk1"/>
              </a:buClr>
              <a:buSzPts val="1515"/>
              <a:buChar char="•"/>
              <a:defRPr sz="1515"/>
            </a:lvl7pPr>
            <a:lvl8pPr marL="3657600" indent="-324803" algn="l">
              <a:lnSpc>
                <a:spcPct val="100000"/>
              </a:lnSpc>
              <a:spcBef>
                <a:spcPts val="288"/>
              </a:spcBef>
              <a:spcAft>
                <a:spcPts val="0"/>
              </a:spcAft>
              <a:buClr>
                <a:schemeClr val="dk1"/>
              </a:buClr>
              <a:buSzPts val="1515"/>
              <a:buChar char="•"/>
              <a:defRPr sz="1515"/>
            </a:lvl8pPr>
            <a:lvl9pPr marL="4114800" indent="-324803" algn="l">
              <a:lnSpc>
                <a:spcPct val="100000"/>
              </a:lnSpc>
              <a:spcBef>
                <a:spcPts val="288"/>
              </a:spcBef>
              <a:spcAft>
                <a:spcPts val="0"/>
              </a:spcAft>
              <a:buClr>
                <a:schemeClr val="dk1"/>
              </a:buClr>
              <a:buSzPts val="1515"/>
              <a:buChar char="•"/>
              <a:defRPr sz="1515"/>
            </a:lvl9pPr>
          </a:lstStyle>
          <a:p xmlns:a="http://schemas.openxmlformats.org/drawingml/2006/main"/>
        </p:txBody>
      </p:sp>
      <p:sp>
        <p:nvSpPr>
          <p:cNvPr id="48" name="Google Shape;48;p10">
            <a:extLst xmlns:a="http://schemas.openxmlformats.org/drawingml/2006/main">
              <a:ext uri="{FF2B5EF4-FFF2-40B4-BE49-F238E27FC236}">
                <a16:creationId xmlns:a16="http://schemas.microsoft.com/office/drawing/2014/main" id="{357DFBC1-D338-415E-A9E2-7810E2CBF6A2}"/>
              </a:ext>
            </a:extLst>
          </p:cNvPr>
          <p:cNvSpPr>
            <a:spLocks xmlns:a="http://schemas.openxmlformats.org/drawingml/2006/main" noGrp="1"/>
          </p:cNvSpPr>
          <p:nvPr>
            <p:ph type="body" idx="3"/>
          </p:nvPr>
        </p:nvSpPr>
        <p:spPr>
          <a:xfrm xmlns:a="http://schemas.openxmlformats.org/drawingml/2006/main">
            <a:off x="3302824" y="1455362"/>
            <a:ext cx="2873885" cy="6065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32"/>
              </a:spcBef>
              <a:spcAft>
                <a:spcPts val="0"/>
              </a:spcAft>
              <a:buClr>
                <a:schemeClr val="dk1"/>
              </a:buClr>
              <a:buSzPts val="2275"/>
              <a:buNone/>
              <a:defRPr sz="2275" b="1"/>
            </a:lvl1pPr>
            <a:lvl2pPr marL="914400" indent="-228600" algn="l">
              <a:lnSpc>
                <a:spcPct val="100000"/>
              </a:lnSpc>
              <a:spcBef>
                <a:spcPts val="360"/>
              </a:spcBef>
              <a:spcAft>
                <a:spcPts val="0"/>
              </a:spcAft>
              <a:buClr>
                <a:schemeClr val="dk1"/>
              </a:buClr>
              <a:buSzPts val="1895"/>
              <a:buNone/>
              <a:defRPr sz="1895" b="1"/>
            </a:lvl2pPr>
            <a:lvl3pPr marL="1371600" indent="-228600" algn="l">
              <a:lnSpc>
                <a:spcPct val="100000"/>
              </a:lnSpc>
              <a:spcBef>
                <a:spcPts val="324"/>
              </a:spcBef>
              <a:spcAft>
                <a:spcPts val="0"/>
              </a:spcAft>
              <a:buClr>
                <a:schemeClr val="dk1"/>
              </a:buClr>
              <a:buSzPts val="1705"/>
              <a:buNone/>
              <a:defRPr sz="1704" b="1"/>
            </a:lvl3pPr>
            <a:lvl4pPr marL="1828800" indent="-228600" algn="l">
              <a:lnSpc>
                <a:spcPct val="100000"/>
              </a:lnSpc>
              <a:spcBef>
                <a:spcPts val="288"/>
              </a:spcBef>
              <a:spcAft>
                <a:spcPts val="0"/>
              </a:spcAft>
              <a:buClr>
                <a:schemeClr val="dk1"/>
              </a:buClr>
              <a:buSzPts val="1515"/>
              <a:buNone/>
              <a:defRPr sz="1515" b="1"/>
            </a:lvl4pPr>
            <a:lvl5pPr marL="2286000" indent="-228600" algn="l">
              <a:lnSpc>
                <a:spcPct val="100000"/>
              </a:lnSpc>
              <a:spcBef>
                <a:spcPts val="288"/>
              </a:spcBef>
              <a:spcAft>
                <a:spcPts val="0"/>
              </a:spcAft>
              <a:buClr>
                <a:schemeClr val="dk1"/>
              </a:buClr>
              <a:buSzPts val="1515"/>
              <a:buNone/>
              <a:defRPr sz="1515" b="1"/>
            </a:lvl5pPr>
            <a:lvl6pPr marL="2743200" indent="-228600" algn="l">
              <a:lnSpc>
                <a:spcPct val="100000"/>
              </a:lnSpc>
              <a:spcBef>
                <a:spcPts val="288"/>
              </a:spcBef>
              <a:spcAft>
                <a:spcPts val="0"/>
              </a:spcAft>
              <a:buClr>
                <a:schemeClr val="dk1"/>
              </a:buClr>
              <a:buSzPts val="1515"/>
              <a:buNone/>
              <a:defRPr sz="1515" b="1"/>
            </a:lvl6pPr>
            <a:lvl7pPr marL="3200400" indent="-228600" algn="l">
              <a:lnSpc>
                <a:spcPct val="100000"/>
              </a:lnSpc>
              <a:spcBef>
                <a:spcPts val="288"/>
              </a:spcBef>
              <a:spcAft>
                <a:spcPts val="0"/>
              </a:spcAft>
              <a:buClr>
                <a:schemeClr val="dk1"/>
              </a:buClr>
              <a:buSzPts val="1515"/>
              <a:buNone/>
              <a:defRPr sz="1515" b="1"/>
            </a:lvl7pPr>
            <a:lvl8pPr marL="3657600" indent="-228600" algn="l">
              <a:lnSpc>
                <a:spcPct val="100000"/>
              </a:lnSpc>
              <a:spcBef>
                <a:spcPts val="288"/>
              </a:spcBef>
              <a:spcAft>
                <a:spcPts val="0"/>
              </a:spcAft>
              <a:buClr>
                <a:schemeClr val="dk1"/>
              </a:buClr>
              <a:buSzPts val="1515"/>
              <a:buNone/>
              <a:defRPr sz="1515" b="1"/>
            </a:lvl8pPr>
            <a:lvl9pPr marL="4114800" indent="-228600" algn="l">
              <a:lnSpc>
                <a:spcPct val="100000"/>
              </a:lnSpc>
              <a:spcBef>
                <a:spcPts val="288"/>
              </a:spcBef>
              <a:spcAft>
                <a:spcPts val="0"/>
              </a:spcAft>
              <a:buClr>
                <a:schemeClr val="dk1"/>
              </a:buClr>
              <a:buSzPts val="1515"/>
              <a:buNone/>
              <a:defRPr sz="1515" b="1"/>
            </a:lvl9pPr>
          </a:lstStyle>
          <a:p xmlns:a="http://schemas.openxmlformats.org/drawingml/2006/main"/>
        </p:txBody>
      </p:sp>
      <p:sp>
        <p:nvSpPr>
          <p:cNvPr id="49" name="Google Shape;49;p10">
            <a:extLst xmlns:a="http://schemas.openxmlformats.org/drawingml/2006/main">
              <a:ext uri="{FF2B5EF4-FFF2-40B4-BE49-F238E27FC236}">
                <a16:creationId xmlns:a16="http://schemas.microsoft.com/office/drawing/2014/main" id="{BAD9CE65-8FBB-4D9B-B3E0-376F25097CEA}"/>
              </a:ext>
            </a:extLst>
          </p:cNvPr>
          <p:cNvSpPr>
            <a:spLocks xmlns:a="http://schemas.openxmlformats.org/drawingml/2006/main" noGrp="1"/>
          </p:cNvSpPr>
          <p:nvPr>
            <p:ph type="body" idx="4"/>
          </p:nvPr>
        </p:nvSpPr>
        <p:spPr>
          <a:xfrm xmlns:a="http://schemas.openxmlformats.org/drawingml/2006/main">
            <a:off x="3302824" y="2061888"/>
            <a:ext cx="2873885" cy="37460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73063" algn="l">
              <a:lnSpc>
                <a:spcPct val="100000"/>
              </a:lnSpc>
              <a:spcBef>
                <a:spcPts val="432"/>
              </a:spcBef>
              <a:spcAft>
                <a:spcPts val="0"/>
              </a:spcAft>
              <a:buClr>
                <a:schemeClr val="dk1"/>
              </a:buClr>
              <a:buSzPts val="2275"/>
              <a:buChar char="•"/>
              <a:defRPr sz="2275"/>
            </a:lvl1pPr>
            <a:lvl2pPr marL="914400" indent="-348932" algn="l">
              <a:lnSpc>
                <a:spcPct val="100000"/>
              </a:lnSpc>
              <a:spcBef>
                <a:spcPts val="360"/>
              </a:spcBef>
              <a:spcAft>
                <a:spcPts val="0"/>
              </a:spcAft>
              <a:buClr>
                <a:schemeClr val="dk1"/>
              </a:buClr>
              <a:buSzPts val="1895"/>
              <a:buChar char="–"/>
              <a:defRPr sz="1895"/>
            </a:lvl2pPr>
            <a:lvl3pPr marL="1371600" indent="-336868" algn="l">
              <a:lnSpc>
                <a:spcPct val="100000"/>
              </a:lnSpc>
              <a:spcBef>
                <a:spcPts val="324"/>
              </a:spcBef>
              <a:spcAft>
                <a:spcPts val="0"/>
              </a:spcAft>
              <a:buClr>
                <a:schemeClr val="dk1"/>
              </a:buClr>
              <a:buSzPts val="1705"/>
              <a:buChar char="•"/>
              <a:defRPr sz="1704"/>
            </a:lvl3pPr>
            <a:lvl4pPr marL="1828800" indent="-324802" algn="l">
              <a:lnSpc>
                <a:spcPct val="100000"/>
              </a:lnSpc>
              <a:spcBef>
                <a:spcPts val="288"/>
              </a:spcBef>
              <a:spcAft>
                <a:spcPts val="0"/>
              </a:spcAft>
              <a:buClr>
                <a:schemeClr val="dk1"/>
              </a:buClr>
              <a:buSzPts val="1515"/>
              <a:buChar char="–"/>
              <a:defRPr sz="1515"/>
            </a:lvl4pPr>
            <a:lvl5pPr marL="2286000" indent="-324802" algn="l">
              <a:lnSpc>
                <a:spcPct val="100000"/>
              </a:lnSpc>
              <a:spcBef>
                <a:spcPts val="288"/>
              </a:spcBef>
              <a:spcAft>
                <a:spcPts val="0"/>
              </a:spcAft>
              <a:buClr>
                <a:schemeClr val="dk1"/>
              </a:buClr>
              <a:buSzPts val="1515"/>
              <a:buChar char="»"/>
              <a:defRPr sz="1515"/>
            </a:lvl5pPr>
            <a:lvl6pPr marL="2743200" indent="-324802" algn="l">
              <a:lnSpc>
                <a:spcPct val="100000"/>
              </a:lnSpc>
              <a:spcBef>
                <a:spcPts val="288"/>
              </a:spcBef>
              <a:spcAft>
                <a:spcPts val="0"/>
              </a:spcAft>
              <a:buClr>
                <a:schemeClr val="dk1"/>
              </a:buClr>
              <a:buSzPts val="1515"/>
              <a:buChar char="•"/>
              <a:defRPr sz="1515"/>
            </a:lvl6pPr>
            <a:lvl7pPr marL="3200400" indent="-324802" algn="l">
              <a:lnSpc>
                <a:spcPct val="100000"/>
              </a:lnSpc>
              <a:spcBef>
                <a:spcPts val="288"/>
              </a:spcBef>
              <a:spcAft>
                <a:spcPts val="0"/>
              </a:spcAft>
              <a:buClr>
                <a:schemeClr val="dk1"/>
              </a:buClr>
              <a:buSzPts val="1515"/>
              <a:buChar char="•"/>
              <a:defRPr sz="1515"/>
            </a:lvl7pPr>
            <a:lvl8pPr marL="3657600" indent="-324803" algn="l">
              <a:lnSpc>
                <a:spcPct val="100000"/>
              </a:lnSpc>
              <a:spcBef>
                <a:spcPts val="288"/>
              </a:spcBef>
              <a:spcAft>
                <a:spcPts val="0"/>
              </a:spcAft>
              <a:buClr>
                <a:schemeClr val="dk1"/>
              </a:buClr>
              <a:buSzPts val="1515"/>
              <a:buChar char="•"/>
              <a:defRPr sz="1515"/>
            </a:lvl8pPr>
            <a:lvl9pPr marL="4114800" indent="-324803" algn="l">
              <a:lnSpc>
                <a:spcPct val="100000"/>
              </a:lnSpc>
              <a:spcBef>
                <a:spcPts val="288"/>
              </a:spcBef>
              <a:spcAft>
                <a:spcPts val="0"/>
              </a:spcAft>
              <a:buClr>
                <a:schemeClr val="dk1"/>
              </a:buClr>
              <a:buSzPts val="1515"/>
              <a:buChar char="•"/>
              <a:defRPr sz="1515"/>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FA060BD3-8DB2-4FD8-B737-4688776D2CCC}"/>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31F39874-7E8D-478F-95F4-79EEC475D442}"/>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2" name="Google Shape;52;p10">
            <a:extLst xmlns:a="http://schemas.openxmlformats.org/drawingml/2006/main">
              <a:ext uri="{FF2B5EF4-FFF2-40B4-BE49-F238E27FC236}">
                <a16:creationId xmlns:a16="http://schemas.microsoft.com/office/drawing/2014/main" id="{D9B8D0AF-19A8-49F7-8AF3-06F370DE3942}"/>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4" name="Google Shape;54;p11">
            <a:extLst xmlns:a="http://schemas.openxmlformats.org/drawingml/2006/main">
              <a:ext uri="{FF2B5EF4-FFF2-40B4-BE49-F238E27FC236}">
                <a16:creationId xmlns:a16="http://schemas.microsoft.com/office/drawing/2014/main" id="{C23E87CE-FD1E-40DB-B926-A24B1D66718A}"/>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0EB1AD0B-20F4-4CD3-A52C-32FEDF417D89}"/>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346A7048-9B2A-4F6A-B213-4F7E89D5AD78}"/>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7" name="Google Shape;57;p11">
            <a:extLst xmlns:a="http://schemas.openxmlformats.org/drawingml/2006/main">
              <a:ext uri="{FF2B5EF4-FFF2-40B4-BE49-F238E27FC236}">
                <a16:creationId xmlns:a16="http://schemas.microsoft.com/office/drawing/2014/main" id="{A21832C3-635B-4C40-A1E3-24D6E0E811FB}"/>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12">
            <a:extLst xmlns:a="http://schemas.openxmlformats.org/drawingml/2006/main">
              <a:ext uri="{FF2B5EF4-FFF2-40B4-BE49-F238E27FC236}">
                <a16:creationId xmlns:a16="http://schemas.microsoft.com/office/drawing/2014/main" id="{0C7A04F0-320E-4D09-BD82-53FE2F6467B0}"/>
              </a:ext>
            </a:extLst>
          </p:cNvPr>
          <p:cNvSpPr>
            <a:spLocks xmlns:a="http://schemas.openxmlformats.org/drawingml/2006/main" noGrp="1"/>
          </p:cNvSpPr>
          <p:nvPr>
            <p:ph type="title" idx="0"/>
          </p:nvPr>
        </p:nvSpPr>
        <p:spPr>
          <a:xfrm xmlns:a="http://schemas.openxmlformats.org/drawingml/2006/main">
            <a:off x="325090" y="258865"/>
            <a:ext cx="2139047" cy="110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1895"/>
              <a:buFont typeface="Calibri"/>
              <a:buNone/>
              <a:defRPr sz="1895"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0" name="Google Shape;60;p12">
            <a:extLst xmlns:a="http://schemas.openxmlformats.org/drawingml/2006/main">
              <a:ext uri="{FF2B5EF4-FFF2-40B4-BE49-F238E27FC236}">
                <a16:creationId xmlns:a16="http://schemas.microsoft.com/office/drawing/2014/main" id="{DA63112F-46B9-42DB-839F-9D787DE4314E}"/>
              </a:ext>
            </a:extLst>
          </p:cNvPr>
          <p:cNvSpPr>
            <a:spLocks xmlns:a="http://schemas.openxmlformats.org/drawingml/2006/main" noGrp="1"/>
          </p:cNvSpPr>
          <p:nvPr>
            <p:ph type="body" idx="1"/>
          </p:nvPr>
        </p:nvSpPr>
        <p:spPr>
          <a:xfrm xmlns:a="http://schemas.openxmlformats.org/drawingml/2006/main">
            <a:off x="2542023" y="258865"/>
            <a:ext cx="3634686" cy="55490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21323" algn="l">
              <a:lnSpc>
                <a:spcPct val="100000"/>
              </a:lnSpc>
              <a:spcBef>
                <a:spcPts val="577"/>
              </a:spcBef>
              <a:spcAft>
                <a:spcPts val="0"/>
              </a:spcAft>
              <a:buClr>
                <a:schemeClr val="dk1"/>
              </a:buClr>
              <a:buSzPts val="3035"/>
              <a:buChar char="•"/>
              <a:defRPr sz="3035"/>
            </a:lvl1pPr>
            <a:lvl2pPr marL="914400" indent="-397193" algn="l">
              <a:lnSpc>
                <a:spcPct val="100000"/>
              </a:lnSpc>
              <a:spcBef>
                <a:spcPts val="504"/>
              </a:spcBef>
              <a:spcAft>
                <a:spcPts val="0"/>
              </a:spcAft>
              <a:buClr>
                <a:schemeClr val="dk1"/>
              </a:buClr>
              <a:buSzPts val="2655"/>
              <a:buChar char="–"/>
              <a:defRPr sz="2655"/>
            </a:lvl2pPr>
            <a:lvl3pPr marL="1371600" indent="-373063" algn="l">
              <a:lnSpc>
                <a:spcPct val="100000"/>
              </a:lnSpc>
              <a:spcBef>
                <a:spcPts val="432"/>
              </a:spcBef>
              <a:spcAft>
                <a:spcPts val="0"/>
              </a:spcAft>
              <a:buClr>
                <a:schemeClr val="dk1"/>
              </a:buClr>
              <a:buSzPts val="2275"/>
              <a:buChar char="•"/>
              <a:defRPr sz="2275"/>
            </a:lvl3pPr>
            <a:lvl4pPr marL="1828800" indent="-348932" algn="l">
              <a:lnSpc>
                <a:spcPct val="100000"/>
              </a:lnSpc>
              <a:spcBef>
                <a:spcPts val="360"/>
              </a:spcBef>
              <a:spcAft>
                <a:spcPts val="0"/>
              </a:spcAft>
              <a:buClr>
                <a:schemeClr val="dk1"/>
              </a:buClr>
              <a:buSzPts val="1895"/>
              <a:buChar char="–"/>
              <a:defRPr sz="1895"/>
            </a:lvl4pPr>
            <a:lvl5pPr marL="2286000" indent="-348933" algn="l">
              <a:lnSpc>
                <a:spcPct val="100000"/>
              </a:lnSpc>
              <a:spcBef>
                <a:spcPts val="360"/>
              </a:spcBef>
              <a:spcAft>
                <a:spcPts val="0"/>
              </a:spcAft>
              <a:buClr>
                <a:schemeClr val="dk1"/>
              </a:buClr>
              <a:buSzPts val="1895"/>
              <a:buChar char="»"/>
              <a:defRPr sz="1895"/>
            </a:lvl5pPr>
            <a:lvl6pPr marL="2743200" indent="-348933" algn="l">
              <a:lnSpc>
                <a:spcPct val="100000"/>
              </a:lnSpc>
              <a:spcBef>
                <a:spcPts val="360"/>
              </a:spcBef>
              <a:spcAft>
                <a:spcPts val="0"/>
              </a:spcAft>
              <a:buClr>
                <a:schemeClr val="dk1"/>
              </a:buClr>
              <a:buSzPts val="1895"/>
              <a:buChar char="•"/>
              <a:defRPr sz="1895"/>
            </a:lvl6pPr>
            <a:lvl7pPr marL="3200400" indent="-348933" algn="l">
              <a:lnSpc>
                <a:spcPct val="100000"/>
              </a:lnSpc>
              <a:spcBef>
                <a:spcPts val="360"/>
              </a:spcBef>
              <a:spcAft>
                <a:spcPts val="0"/>
              </a:spcAft>
              <a:buClr>
                <a:schemeClr val="dk1"/>
              </a:buClr>
              <a:buSzPts val="1895"/>
              <a:buChar char="•"/>
              <a:defRPr sz="1895"/>
            </a:lvl7pPr>
            <a:lvl8pPr marL="3657600" indent="-348933" algn="l">
              <a:lnSpc>
                <a:spcPct val="100000"/>
              </a:lnSpc>
              <a:spcBef>
                <a:spcPts val="360"/>
              </a:spcBef>
              <a:spcAft>
                <a:spcPts val="0"/>
              </a:spcAft>
              <a:buClr>
                <a:schemeClr val="dk1"/>
              </a:buClr>
              <a:buSzPts val="1895"/>
              <a:buChar char="•"/>
              <a:defRPr sz="1895"/>
            </a:lvl8pPr>
            <a:lvl9pPr marL="4114800" indent="-348933" algn="l">
              <a:lnSpc>
                <a:spcPct val="100000"/>
              </a:lnSpc>
              <a:spcBef>
                <a:spcPts val="360"/>
              </a:spcBef>
              <a:spcAft>
                <a:spcPts val="0"/>
              </a:spcAft>
              <a:buClr>
                <a:schemeClr val="dk1"/>
              </a:buClr>
              <a:buSzPts val="1895"/>
              <a:buChar char="•"/>
              <a:defRPr sz="1895"/>
            </a:lvl9pPr>
          </a:lstStyle>
          <a:p xmlns:a="http://schemas.openxmlformats.org/drawingml/2006/main"/>
        </p:txBody>
      </p:sp>
      <p:sp>
        <p:nvSpPr>
          <p:cNvPr id="61" name="Google Shape;61;p12">
            <a:extLst xmlns:a="http://schemas.openxmlformats.org/drawingml/2006/main">
              <a:ext uri="{FF2B5EF4-FFF2-40B4-BE49-F238E27FC236}">
                <a16:creationId xmlns:a16="http://schemas.microsoft.com/office/drawing/2014/main" id="{374CA76C-31CD-42E8-B696-B82A19329068}"/>
              </a:ext>
            </a:extLst>
          </p:cNvPr>
          <p:cNvSpPr>
            <a:spLocks xmlns:a="http://schemas.openxmlformats.org/drawingml/2006/main" noGrp="1"/>
          </p:cNvSpPr>
          <p:nvPr>
            <p:ph type="body" idx="2"/>
          </p:nvPr>
        </p:nvSpPr>
        <p:spPr>
          <a:xfrm xmlns:a="http://schemas.openxmlformats.org/drawingml/2006/main">
            <a:off x="325090" y="1360545"/>
            <a:ext cx="2139047" cy="444735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52"/>
              </a:spcBef>
              <a:spcAft>
                <a:spcPts val="0"/>
              </a:spcAft>
              <a:buClr>
                <a:schemeClr val="dk1"/>
              </a:buClr>
              <a:buSzPts val="1325"/>
              <a:buNone/>
              <a:defRPr sz="1325"/>
            </a:lvl1pPr>
            <a:lvl2pPr marL="914400" indent="-228600" algn="l">
              <a:lnSpc>
                <a:spcPct val="100000"/>
              </a:lnSpc>
              <a:spcBef>
                <a:spcPts val="217"/>
              </a:spcBef>
              <a:spcAft>
                <a:spcPts val="0"/>
              </a:spcAft>
              <a:buClr>
                <a:schemeClr val="dk1"/>
              </a:buClr>
              <a:buSzPts val="1140"/>
              <a:buNone/>
              <a:defRPr sz="1140"/>
            </a:lvl2pPr>
            <a:lvl3pPr marL="1371600" indent="-228600" algn="l">
              <a:lnSpc>
                <a:spcPct val="100000"/>
              </a:lnSpc>
              <a:spcBef>
                <a:spcPts val="181"/>
              </a:spcBef>
              <a:spcAft>
                <a:spcPts val="0"/>
              </a:spcAft>
              <a:buClr>
                <a:schemeClr val="dk1"/>
              </a:buClr>
              <a:buSzPts val="950"/>
              <a:buNone/>
              <a:defRPr sz="950"/>
            </a:lvl3pPr>
            <a:lvl4pPr marL="1828800" indent="-228600" algn="l">
              <a:lnSpc>
                <a:spcPct val="100000"/>
              </a:lnSpc>
              <a:spcBef>
                <a:spcPts val="162"/>
              </a:spcBef>
              <a:spcAft>
                <a:spcPts val="0"/>
              </a:spcAft>
              <a:buClr>
                <a:schemeClr val="dk1"/>
              </a:buClr>
              <a:buSzPts val="850"/>
              <a:buNone/>
              <a:defRPr sz="850"/>
            </a:lvl4pPr>
            <a:lvl5pPr marL="2286000" indent="-228600" algn="l">
              <a:lnSpc>
                <a:spcPct val="100000"/>
              </a:lnSpc>
              <a:spcBef>
                <a:spcPts val="162"/>
              </a:spcBef>
              <a:spcAft>
                <a:spcPts val="0"/>
              </a:spcAft>
              <a:buClr>
                <a:schemeClr val="dk1"/>
              </a:buClr>
              <a:buSzPts val="850"/>
              <a:buNone/>
              <a:defRPr sz="850"/>
            </a:lvl5pPr>
            <a:lvl6pPr marL="2743200" indent="-228600" algn="l">
              <a:lnSpc>
                <a:spcPct val="100000"/>
              </a:lnSpc>
              <a:spcBef>
                <a:spcPts val="162"/>
              </a:spcBef>
              <a:spcAft>
                <a:spcPts val="0"/>
              </a:spcAft>
              <a:buClr>
                <a:schemeClr val="dk1"/>
              </a:buClr>
              <a:buSzPts val="850"/>
              <a:buNone/>
              <a:defRPr sz="850"/>
            </a:lvl6pPr>
            <a:lvl7pPr marL="3200400" indent="-228600" algn="l">
              <a:lnSpc>
                <a:spcPct val="100000"/>
              </a:lnSpc>
              <a:spcBef>
                <a:spcPts val="162"/>
              </a:spcBef>
              <a:spcAft>
                <a:spcPts val="0"/>
              </a:spcAft>
              <a:buClr>
                <a:schemeClr val="dk1"/>
              </a:buClr>
              <a:buSzPts val="850"/>
              <a:buNone/>
              <a:defRPr sz="850"/>
            </a:lvl7pPr>
            <a:lvl8pPr marL="3657600" indent="-228600" algn="l">
              <a:lnSpc>
                <a:spcPct val="100000"/>
              </a:lnSpc>
              <a:spcBef>
                <a:spcPts val="162"/>
              </a:spcBef>
              <a:spcAft>
                <a:spcPts val="0"/>
              </a:spcAft>
              <a:buClr>
                <a:schemeClr val="dk1"/>
              </a:buClr>
              <a:buSzPts val="850"/>
              <a:buNone/>
              <a:defRPr sz="850"/>
            </a:lvl8pPr>
            <a:lvl9pPr marL="4114800" indent="-228600" algn="l">
              <a:lnSpc>
                <a:spcPct val="100000"/>
              </a:lnSpc>
              <a:spcBef>
                <a:spcPts val="162"/>
              </a:spcBef>
              <a:spcAft>
                <a:spcPts val="0"/>
              </a:spcAft>
              <a:buClr>
                <a:schemeClr val="dk1"/>
              </a:buClr>
              <a:buSzPts val="850"/>
              <a:buNone/>
              <a:defRPr sz="850"/>
            </a:lvl9pPr>
          </a:lstStyle>
          <a:p xmlns:a="http://schemas.openxmlformats.org/drawingml/2006/main"/>
        </p:txBody>
      </p:sp>
      <p:sp>
        <p:nvSpPr>
          <p:cNvPr id="62" name="Google Shape;62;p12">
            <a:extLst xmlns:a="http://schemas.openxmlformats.org/drawingml/2006/main">
              <a:ext uri="{FF2B5EF4-FFF2-40B4-BE49-F238E27FC236}">
                <a16:creationId xmlns:a16="http://schemas.microsoft.com/office/drawing/2014/main" id="{5EB61E27-A955-47ED-97C6-75A24D3C7494}"/>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3" name="Google Shape;63;p12">
            <a:extLst xmlns:a="http://schemas.openxmlformats.org/drawingml/2006/main">
              <a:ext uri="{FF2B5EF4-FFF2-40B4-BE49-F238E27FC236}">
                <a16:creationId xmlns:a16="http://schemas.microsoft.com/office/drawing/2014/main" id="{32C99CF2-4A3F-4D2B-8369-2C9E3760BDF5}"/>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4" name="Google Shape;64;p12">
            <a:extLst xmlns:a="http://schemas.openxmlformats.org/drawingml/2006/main">
              <a:ext uri="{FF2B5EF4-FFF2-40B4-BE49-F238E27FC236}">
                <a16:creationId xmlns:a16="http://schemas.microsoft.com/office/drawing/2014/main" id="{FC961078-20A5-47BD-B4CB-96D191D51481}"/>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3">
            <a:extLst xmlns:a="http://schemas.openxmlformats.org/drawingml/2006/main">
              <a:ext uri="{FF2B5EF4-FFF2-40B4-BE49-F238E27FC236}">
                <a16:creationId xmlns:a16="http://schemas.microsoft.com/office/drawing/2014/main" id="{C052374F-7109-4839-98F5-BD1B0C83D82E}"/>
              </a:ext>
            </a:extLst>
          </p:cNvPr>
          <p:cNvSpPr>
            <a:spLocks xmlns:a="http://schemas.openxmlformats.org/drawingml/2006/main" noGrp="1"/>
          </p:cNvSpPr>
          <p:nvPr>
            <p:ph type="title" idx="0"/>
          </p:nvPr>
        </p:nvSpPr>
        <p:spPr>
          <a:xfrm xmlns:a="http://schemas.openxmlformats.org/drawingml/2006/main">
            <a:off x="1274398" y="4551204"/>
            <a:ext cx="3901079" cy="5372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1895"/>
              <a:buFont typeface="Calibri"/>
              <a:buNone/>
              <a:defRPr sz="1895"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7" name="Google Shape;67;p13">
            <a:extLst xmlns:a="http://schemas.openxmlformats.org/drawingml/2006/main">
              <a:ext uri="{FF2B5EF4-FFF2-40B4-BE49-F238E27FC236}">
                <a16:creationId xmlns:a16="http://schemas.microsoft.com/office/drawing/2014/main" id="{B9965F61-B97B-4012-B0BE-BB1174265EEA}"/>
              </a:ext>
            </a:extLst>
          </p:cNvPr>
          <p:cNvSpPr>
            <a:spLocks xmlns:a="http://schemas.openxmlformats.org/drawingml/2006/main" noGrp="1"/>
          </p:cNvSpPr>
          <p:nvPr>
            <p:ph type="pic" idx="2"/>
          </p:nvPr>
        </p:nvSpPr>
        <p:spPr>
          <a:xfrm xmlns:a="http://schemas.openxmlformats.org/drawingml/2006/main">
            <a:off x="1274398" y="580941"/>
            <a:ext cx="3901079" cy="3901032"/>
          </a:xfrm>
          <a:prstGeom xmlns:a="http://schemas.openxmlformats.org/drawingml/2006/main" prst="rect">
            <a:avLst/>
          </a:prstGeom>
          <a:noFill xmlns:a="http://schemas.openxmlformats.org/drawingml/2006/main"/>
          <a:ln xmlns:a="http://schemas.openxmlformats.org/drawingml/2006/main">
            <a:noFill/>
          </a:ln>
        </p:spPr>
      </p:sp>
      <p:sp>
        <p:nvSpPr>
          <p:cNvPr id="68" name="Google Shape;68;p13">
            <a:extLst xmlns:a="http://schemas.openxmlformats.org/drawingml/2006/main">
              <a:ext uri="{FF2B5EF4-FFF2-40B4-BE49-F238E27FC236}">
                <a16:creationId xmlns:a16="http://schemas.microsoft.com/office/drawing/2014/main" id="{1F108330-3025-400C-88FC-04A30F139652}"/>
              </a:ext>
            </a:extLst>
          </p:cNvPr>
          <p:cNvSpPr>
            <a:spLocks xmlns:a="http://schemas.openxmlformats.org/drawingml/2006/main" noGrp="1"/>
          </p:cNvSpPr>
          <p:nvPr>
            <p:ph type="body" idx="1"/>
          </p:nvPr>
        </p:nvSpPr>
        <p:spPr>
          <a:xfrm xmlns:a="http://schemas.openxmlformats.org/drawingml/2006/main">
            <a:off x="1274398" y="5088500"/>
            <a:ext cx="3901079" cy="7630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52"/>
              </a:spcBef>
              <a:spcAft>
                <a:spcPts val="0"/>
              </a:spcAft>
              <a:buClr>
                <a:schemeClr val="dk1"/>
              </a:buClr>
              <a:buSzPts val="1325"/>
              <a:buNone/>
              <a:defRPr sz="1325"/>
            </a:lvl1pPr>
            <a:lvl2pPr marL="914400" indent="-228600" algn="l">
              <a:lnSpc>
                <a:spcPct val="100000"/>
              </a:lnSpc>
              <a:spcBef>
                <a:spcPts val="217"/>
              </a:spcBef>
              <a:spcAft>
                <a:spcPts val="0"/>
              </a:spcAft>
              <a:buClr>
                <a:schemeClr val="dk1"/>
              </a:buClr>
              <a:buSzPts val="1140"/>
              <a:buNone/>
              <a:defRPr sz="1140"/>
            </a:lvl2pPr>
            <a:lvl3pPr marL="1371600" indent="-228600" algn="l">
              <a:lnSpc>
                <a:spcPct val="100000"/>
              </a:lnSpc>
              <a:spcBef>
                <a:spcPts val="181"/>
              </a:spcBef>
              <a:spcAft>
                <a:spcPts val="0"/>
              </a:spcAft>
              <a:buClr>
                <a:schemeClr val="dk1"/>
              </a:buClr>
              <a:buSzPts val="950"/>
              <a:buNone/>
              <a:defRPr sz="950"/>
            </a:lvl3pPr>
            <a:lvl4pPr marL="1828800" indent="-228600" algn="l">
              <a:lnSpc>
                <a:spcPct val="100000"/>
              </a:lnSpc>
              <a:spcBef>
                <a:spcPts val="162"/>
              </a:spcBef>
              <a:spcAft>
                <a:spcPts val="0"/>
              </a:spcAft>
              <a:buClr>
                <a:schemeClr val="dk1"/>
              </a:buClr>
              <a:buSzPts val="850"/>
              <a:buNone/>
              <a:defRPr sz="850"/>
            </a:lvl4pPr>
            <a:lvl5pPr marL="2286000" indent="-228600" algn="l">
              <a:lnSpc>
                <a:spcPct val="100000"/>
              </a:lnSpc>
              <a:spcBef>
                <a:spcPts val="162"/>
              </a:spcBef>
              <a:spcAft>
                <a:spcPts val="0"/>
              </a:spcAft>
              <a:buClr>
                <a:schemeClr val="dk1"/>
              </a:buClr>
              <a:buSzPts val="850"/>
              <a:buNone/>
              <a:defRPr sz="850"/>
            </a:lvl5pPr>
            <a:lvl6pPr marL="2743200" indent="-228600" algn="l">
              <a:lnSpc>
                <a:spcPct val="100000"/>
              </a:lnSpc>
              <a:spcBef>
                <a:spcPts val="162"/>
              </a:spcBef>
              <a:spcAft>
                <a:spcPts val="0"/>
              </a:spcAft>
              <a:buClr>
                <a:schemeClr val="dk1"/>
              </a:buClr>
              <a:buSzPts val="850"/>
              <a:buNone/>
              <a:defRPr sz="850"/>
            </a:lvl6pPr>
            <a:lvl7pPr marL="3200400" indent="-228600" algn="l">
              <a:lnSpc>
                <a:spcPct val="100000"/>
              </a:lnSpc>
              <a:spcBef>
                <a:spcPts val="162"/>
              </a:spcBef>
              <a:spcAft>
                <a:spcPts val="0"/>
              </a:spcAft>
              <a:buClr>
                <a:schemeClr val="dk1"/>
              </a:buClr>
              <a:buSzPts val="850"/>
              <a:buNone/>
              <a:defRPr sz="850"/>
            </a:lvl7pPr>
            <a:lvl8pPr marL="3657600" indent="-228600" algn="l">
              <a:lnSpc>
                <a:spcPct val="100000"/>
              </a:lnSpc>
              <a:spcBef>
                <a:spcPts val="162"/>
              </a:spcBef>
              <a:spcAft>
                <a:spcPts val="0"/>
              </a:spcAft>
              <a:buClr>
                <a:schemeClr val="dk1"/>
              </a:buClr>
              <a:buSzPts val="850"/>
              <a:buNone/>
              <a:defRPr sz="850"/>
            </a:lvl8pPr>
            <a:lvl9pPr marL="4114800" indent="-228600" algn="l">
              <a:lnSpc>
                <a:spcPct val="100000"/>
              </a:lnSpc>
              <a:spcBef>
                <a:spcPts val="162"/>
              </a:spcBef>
              <a:spcAft>
                <a:spcPts val="0"/>
              </a:spcAft>
              <a:buClr>
                <a:schemeClr val="dk1"/>
              </a:buClr>
              <a:buSzPts val="850"/>
              <a:buNone/>
              <a:defRPr sz="850"/>
            </a:lvl9pPr>
          </a:lstStyle>
          <a:p xmlns:a="http://schemas.openxmlformats.org/drawingml/2006/main"/>
        </p:txBody>
      </p:sp>
      <p:sp>
        <p:nvSpPr>
          <p:cNvPr id="69" name="Google Shape;69;p13">
            <a:extLst xmlns:a="http://schemas.openxmlformats.org/drawingml/2006/main">
              <a:ext uri="{FF2B5EF4-FFF2-40B4-BE49-F238E27FC236}">
                <a16:creationId xmlns:a16="http://schemas.microsoft.com/office/drawing/2014/main" id="{90AF885E-DE38-4484-BC7F-1E99E958F3DA}"/>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0" name="Google Shape;70;p13">
            <a:extLst xmlns:a="http://schemas.openxmlformats.org/drawingml/2006/main">
              <a:ext uri="{FF2B5EF4-FFF2-40B4-BE49-F238E27FC236}">
                <a16:creationId xmlns:a16="http://schemas.microsoft.com/office/drawing/2014/main" id="{2765A3F7-A28D-441C-8B34-404A5FB9660D}"/>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1" name="Google Shape;71;p13">
            <a:extLst xmlns:a="http://schemas.openxmlformats.org/drawingml/2006/main">
              <a:ext uri="{FF2B5EF4-FFF2-40B4-BE49-F238E27FC236}">
                <a16:creationId xmlns:a16="http://schemas.microsoft.com/office/drawing/2014/main" id="{223A77CE-5A2A-46FD-865A-39C231130737}"/>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4">
            <a:extLst xmlns:a="http://schemas.openxmlformats.org/drawingml/2006/main">
              <a:ext uri="{FF2B5EF4-FFF2-40B4-BE49-F238E27FC236}">
                <a16:creationId xmlns:a16="http://schemas.microsoft.com/office/drawing/2014/main" id="{8AC1095A-5DD1-4B38-8FD1-36C1E4A345B4}"/>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4" name="Google Shape;74;p14">
            <a:extLst xmlns:a="http://schemas.openxmlformats.org/drawingml/2006/main">
              <a:ext uri="{FF2B5EF4-FFF2-40B4-BE49-F238E27FC236}">
                <a16:creationId xmlns:a16="http://schemas.microsoft.com/office/drawing/2014/main" id="{E3BF16B5-FB67-47C3-A49C-FA18DA9B4496}"/>
              </a:ext>
            </a:extLst>
          </p:cNvPr>
          <p:cNvSpPr>
            <a:spLocks xmlns:a="http://schemas.openxmlformats.org/drawingml/2006/main" noGrp="1"/>
          </p:cNvSpPr>
          <p:nvPr>
            <p:ph type="body" idx="1"/>
          </p:nvPr>
        </p:nvSpPr>
        <p:spPr>
          <a:xfrm xmlns:a="http://schemas.openxmlformats.org/drawingml/2006/main" rot="5400000">
            <a:off x="1105482" y="736676"/>
            <a:ext cx="4290835" cy="5851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42"/>
              </a:spcBef>
              <a:spcAft>
                <a:spcPts val="0"/>
              </a:spcAft>
              <a:buClr>
                <a:schemeClr val="dk1"/>
              </a:buClr>
              <a:buSzPts val="1800"/>
              <a:buChar char="•"/>
              <a:defRPr/>
            </a:lvl1pPr>
            <a:lvl2pPr marL="914400" indent="-342900" algn="l">
              <a:lnSpc>
                <a:spcPct val="100000"/>
              </a:lnSpc>
              <a:spcBef>
                <a:spcPts val="342"/>
              </a:spcBef>
              <a:spcAft>
                <a:spcPts val="0"/>
              </a:spcAft>
              <a:buClr>
                <a:schemeClr val="dk1"/>
              </a:buClr>
              <a:buSzPts val="1800"/>
              <a:buChar char="–"/>
              <a:defRPr/>
            </a:lvl2pPr>
            <a:lvl3pPr marL="1371600" indent="-342900" algn="l">
              <a:lnSpc>
                <a:spcPct val="100000"/>
              </a:lnSpc>
              <a:spcBef>
                <a:spcPts val="342"/>
              </a:spcBef>
              <a:spcAft>
                <a:spcPts val="0"/>
              </a:spcAft>
              <a:buClr>
                <a:schemeClr val="dk1"/>
              </a:buClr>
              <a:buSzPts val="1800"/>
              <a:buChar char="•"/>
              <a:defRPr/>
            </a:lvl3pPr>
            <a:lvl4pPr marL="1828800" indent="-342900" algn="l">
              <a:lnSpc>
                <a:spcPct val="100000"/>
              </a:lnSpc>
              <a:spcBef>
                <a:spcPts val="342"/>
              </a:spcBef>
              <a:spcAft>
                <a:spcPts val="0"/>
              </a:spcAft>
              <a:buClr>
                <a:schemeClr val="dk1"/>
              </a:buClr>
              <a:buSzPts val="1800"/>
              <a:buChar char="–"/>
              <a:defRPr/>
            </a:lvl4pPr>
            <a:lvl5pPr marL="2286000" indent="-342900" algn="l">
              <a:lnSpc>
                <a:spcPct val="100000"/>
              </a:lnSpc>
              <a:spcBef>
                <a:spcPts val="342"/>
              </a:spcBef>
              <a:spcAft>
                <a:spcPts val="0"/>
              </a:spcAft>
              <a:buClr>
                <a:schemeClr val="dk1"/>
              </a:buClr>
              <a:buSzPts val="1800"/>
              <a:buChar char="»"/>
              <a:defRPr/>
            </a:lvl5pPr>
            <a:lvl6pPr marL="2743200" indent="-342900" algn="l">
              <a:lnSpc>
                <a:spcPct val="100000"/>
              </a:lnSpc>
              <a:spcBef>
                <a:spcPts val="342"/>
              </a:spcBef>
              <a:spcAft>
                <a:spcPts val="0"/>
              </a:spcAft>
              <a:buClr>
                <a:schemeClr val="dk1"/>
              </a:buClr>
              <a:buSzPts val="1800"/>
              <a:buChar char="•"/>
              <a:defRPr/>
            </a:lvl6pPr>
            <a:lvl7pPr marL="3200400" indent="-342900" algn="l">
              <a:lnSpc>
                <a:spcPct val="100000"/>
              </a:lnSpc>
              <a:spcBef>
                <a:spcPts val="342"/>
              </a:spcBef>
              <a:spcAft>
                <a:spcPts val="0"/>
              </a:spcAft>
              <a:buClr>
                <a:schemeClr val="dk1"/>
              </a:buClr>
              <a:buSzPts val="1800"/>
              <a:buChar char="•"/>
              <a:defRPr/>
            </a:lvl7pPr>
            <a:lvl8pPr marL="3657600" indent="-342900" algn="l">
              <a:lnSpc>
                <a:spcPct val="100000"/>
              </a:lnSpc>
              <a:spcBef>
                <a:spcPts val="342"/>
              </a:spcBef>
              <a:spcAft>
                <a:spcPts val="0"/>
              </a:spcAft>
              <a:buClr>
                <a:schemeClr val="dk1"/>
              </a:buClr>
              <a:buSzPts val="1800"/>
              <a:buChar char="•"/>
              <a:defRPr/>
            </a:lvl8pPr>
            <a:lvl9pPr marL="4114800" indent="-342900" algn="l">
              <a:lnSpc>
                <a:spcPct val="100000"/>
              </a:lnSpc>
              <a:spcBef>
                <a:spcPts val="342"/>
              </a:spcBef>
              <a:spcAft>
                <a:spcPts val="0"/>
              </a:spcAft>
              <a:buClr>
                <a:schemeClr val="dk1"/>
              </a:buClr>
              <a:buSzPts val="1800"/>
              <a:buChar char="•"/>
              <a:defRPr/>
            </a:lvl9pPr>
          </a:lstStyle>
          <a:p xmlns:a="http://schemas.openxmlformats.org/drawingml/2006/main"/>
        </p:txBody>
      </p:sp>
      <p:sp>
        <p:nvSpPr>
          <p:cNvPr id="75" name="Google Shape;75;p14">
            <a:extLst xmlns:a="http://schemas.openxmlformats.org/drawingml/2006/main">
              <a:ext uri="{FF2B5EF4-FFF2-40B4-BE49-F238E27FC236}">
                <a16:creationId xmlns:a16="http://schemas.microsoft.com/office/drawing/2014/main" id="{4A2D5C61-B106-4FE0-A60A-426821528518}"/>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6" name="Google Shape;76;p14">
            <a:extLst xmlns:a="http://schemas.openxmlformats.org/drawingml/2006/main">
              <a:ext uri="{FF2B5EF4-FFF2-40B4-BE49-F238E27FC236}">
                <a16:creationId xmlns:a16="http://schemas.microsoft.com/office/drawing/2014/main" id="{50DB94A8-A8C6-4A11-AED9-7F06EC4B2485}"/>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7" name="Google Shape;77;p14">
            <a:extLst xmlns:a="http://schemas.openxmlformats.org/drawingml/2006/main">
              <a:ext uri="{FF2B5EF4-FFF2-40B4-BE49-F238E27FC236}">
                <a16:creationId xmlns:a16="http://schemas.microsoft.com/office/drawing/2014/main" id="{74EADD86-9B8F-4738-AB66-A506F2F37313}"/>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5">
            <a:extLst xmlns:a="http://schemas.openxmlformats.org/drawingml/2006/main">
              <a:ext uri="{FF2B5EF4-FFF2-40B4-BE49-F238E27FC236}">
                <a16:creationId xmlns:a16="http://schemas.microsoft.com/office/drawing/2014/main" id="{C09AACA1-5568-4DCE-8DE5-F4E2EE7454DD}"/>
              </a:ext>
            </a:extLst>
          </p:cNvPr>
          <p:cNvSpPr>
            <a:spLocks xmlns:a="http://schemas.openxmlformats.org/drawingml/2006/main" noGrp="1"/>
          </p:cNvSpPr>
          <p:nvPr>
            <p:ph type="title" idx="0"/>
          </p:nvPr>
        </p:nvSpPr>
        <p:spPr>
          <a:xfrm xmlns:a="http://schemas.openxmlformats.org/drawingml/2006/main" rot="5400000">
            <a:off x="2671490" y="2302684"/>
            <a:ext cx="5547533" cy="14629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0" name="Google Shape;80;p15">
            <a:extLst xmlns:a="http://schemas.openxmlformats.org/drawingml/2006/main">
              <a:ext uri="{FF2B5EF4-FFF2-40B4-BE49-F238E27FC236}">
                <a16:creationId xmlns:a16="http://schemas.microsoft.com/office/drawing/2014/main" id="{7C48DB62-602E-4A26-8F97-D242C18EC7FF}"/>
              </a:ext>
            </a:extLst>
          </p:cNvPr>
          <p:cNvSpPr>
            <a:spLocks xmlns:a="http://schemas.openxmlformats.org/drawingml/2006/main" noGrp="1"/>
          </p:cNvSpPr>
          <p:nvPr>
            <p:ph type="body" idx="1"/>
          </p:nvPr>
        </p:nvSpPr>
        <p:spPr>
          <a:xfrm xmlns:a="http://schemas.openxmlformats.org/drawingml/2006/main" rot="5400000">
            <a:off x="-308501" y="893961"/>
            <a:ext cx="5547533" cy="42803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42"/>
              </a:spcBef>
              <a:spcAft>
                <a:spcPts val="0"/>
              </a:spcAft>
              <a:buClr>
                <a:schemeClr val="dk1"/>
              </a:buClr>
              <a:buSzPts val="1800"/>
              <a:buChar char="•"/>
              <a:defRPr/>
            </a:lvl1pPr>
            <a:lvl2pPr marL="914400" indent="-342900" algn="l">
              <a:lnSpc>
                <a:spcPct val="100000"/>
              </a:lnSpc>
              <a:spcBef>
                <a:spcPts val="342"/>
              </a:spcBef>
              <a:spcAft>
                <a:spcPts val="0"/>
              </a:spcAft>
              <a:buClr>
                <a:schemeClr val="dk1"/>
              </a:buClr>
              <a:buSzPts val="1800"/>
              <a:buChar char="–"/>
              <a:defRPr/>
            </a:lvl2pPr>
            <a:lvl3pPr marL="1371600" indent="-342900" algn="l">
              <a:lnSpc>
                <a:spcPct val="100000"/>
              </a:lnSpc>
              <a:spcBef>
                <a:spcPts val="342"/>
              </a:spcBef>
              <a:spcAft>
                <a:spcPts val="0"/>
              </a:spcAft>
              <a:buClr>
                <a:schemeClr val="dk1"/>
              </a:buClr>
              <a:buSzPts val="1800"/>
              <a:buChar char="•"/>
              <a:defRPr/>
            </a:lvl3pPr>
            <a:lvl4pPr marL="1828800" indent="-342900" algn="l">
              <a:lnSpc>
                <a:spcPct val="100000"/>
              </a:lnSpc>
              <a:spcBef>
                <a:spcPts val="342"/>
              </a:spcBef>
              <a:spcAft>
                <a:spcPts val="0"/>
              </a:spcAft>
              <a:buClr>
                <a:schemeClr val="dk1"/>
              </a:buClr>
              <a:buSzPts val="1800"/>
              <a:buChar char="–"/>
              <a:defRPr/>
            </a:lvl4pPr>
            <a:lvl5pPr marL="2286000" indent="-342900" algn="l">
              <a:lnSpc>
                <a:spcPct val="100000"/>
              </a:lnSpc>
              <a:spcBef>
                <a:spcPts val="342"/>
              </a:spcBef>
              <a:spcAft>
                <a:spcPts val="0"/>
              </a:spcAft>
              <a:buClr>
                <a:schemeClr val="dk1"/>
              </a:buClr>
              <a:buSzPts val="1800"/>
              <a:buChar char="»"/>
              <a:defRPr/>
            </a:lvl5pPr>
            <a:lvl6pPr marL="2743200" indent="-342900" algn="l">
              <a:lnSpc>
                <a:spcPct val="100000"/>
              </a:lnSpc>
              <a:spcBef>
                <a:spcPts val="342"/>
              </a:spcBef>
              <a:spcAft>
                <a:spcPts val="0"/>
              </a:spcAft>
              <a:buClr>
                <a:schemeClr val="dk1"/>
              </a:buClr>
              <a:buSzPts val="1800"/>
              <a:buChar char="•"/>
              <a:defRPr/>
            </a:lvl6pPr>
            <a:lvl7pPr marL="3200400" indent="-342900" algn="l">
              <a:lnSpc>
                <a:spcPct val="100000"/>
              </a:lnSpc>
              <a:spcBef>
                <a:spcPts val="342"/>
              </a:spcBef>
              <a:spcAft>
                <a:spcPts val="0"/>
              </a:spcAft>
              <a:buClr>
                <a:schemeClr val="dk1"/>
              </a:buClr>
              <a:buSzPts val="1800"/>
              <a:buChar char="•"/>
              <a:defRPr/>
            </a:lvl7pPr>
            <a:lvl8pPr marL="3657600" indent="-342900" algn="l">
              <a:lnSpc>
                <a:spcPct val="100000"/>
              </a:lnSpc>
              <a:spcBef>
                <a:spcPts val="342"/>
              </a:spcBef>
              <a:spcAft>
                <a:spcPts val="0"/>
              </a:spcAft>
              <a:buClr>
                <a:schemeClr val="dk1"/>
              </a:buClr>
              <a:buSzPts val="1800"/>
              <a:buChar char="•"/>
              <a:defRPr/>
            </a:lvl8pPr>
            <a:lvl9pPr marL="4114800" indent="-342900" algn="l">
              <a:lnSpc>
                <a:spcPct val="100000"/>
              </a:lnSpc>
              <a:spcBef>
                <a:spcPts val="342"/>
              </a:spcBef>
              <a:spcAft>
                <a:spcPts val="0"/>
              </a:spcAft>
              <a:buClr>
                <a:schemeClr val="dk1"/>
              </a:buClr>
              <a:buSzPts val="1800"/>
              <a:buChar char="•"/>
              <a:defRPr/>
            </a:lvl9pPr>
          </a:lstStyle>
          <a:p xmlns:a="http://schemas.openxmlformats.org/drawingml/2006/main"/>
        </p:txBody>
      </p:sp>
      <p:sp>
        <p:nvSpPr>
          <p:cNvPr id="81" name="Google Shape;81;p15">
            <a:extLst xmlns:a="http://schemas.openxmlformats.org/drawingml/2006/main">
              <a:ext uri="{FF2B5EF4-FFF2-40B4-BE49-F238E27FC236}">
                <a16:creationId xmlns:a16="http://schemas.microsoft.com/office/drawing/2014/main" id="{D633235D-1FEE-4725-AA6B-12D93A2D2290}"/>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2" name="Google Shape;82;p15">
            <a:extLst xmlns:a="http://schemas.openxmlformats.org/drawingml/2006/main">
              <a:ext uri="{FF2B5EF4-FFF2-40B4-BE49-F238E27FC236}">
                <a16:creationId xmlns:a16="http://schemas.microsoft.com/office/drawing/2014/main" id="{D5A3290E-D939-4AC4-9AAA-81ABED410C0E}"/>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3" name="Google Shape;83;p15">
            <a:extLst xmlns:a="http://schemas.openxmlformats.org/drawingml/2006/main">
              <a:ext uri="{FF2B5EF4-FFF2-40B4-BE49-F238E27FC236}">
                <a16:creationId xmlns:a16="http://schemas.microsoft.com/office/drawing/2014/main" id="{9EC17E7D-D21A-4762-AF3A-E008106D4B03}"/>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Slide1">
  <p:cSld name="TITLE_AND_BODY">
    <p:spTree>
      <p:nvGrpSpPr>
        <p:cNvPr id="1" name=""/>
        <p:cNvGrpSpPr/>
        <p:nvPr/>
      </p:nvGrpSpPr>
      <p:grpSpPr>
        <a:xfrm xmlns:a="http://schemas.openxmlformats.org/drawingml/2006/main"/>
      </p:grpSpPr>
      <p:sp>
        <p:nvSpPr>
          <p:cNvPr id="85" name="Google Shape;85;g3fb9ba7439b_0_47">
            <a:extLst xmlns:a="http://schemas.openxmlformats.org/drawingml/2006/main">
              <a:ext uri="{FF2B5EF4-FFF2-40B4-BE49-F238E27FC236}">
                <a16:creationId xmlns:a16="http://schemas.microsoft.com/office/drawing/2014/main" id="{CEB28304-7F12-4E9C-B0FE-FAE60949199B}"/>
              </a:ext>
            </a:extLst>
          </p:cNvPr>
          <p:cNvSpPr>
            <a:spLocks xmlns:a="http://schemas.openxmlformats.org/drawingml/2006/main" noGrp="1"/>
          </p:cNvSpPr>
          <p:nvPr>
            <p:ph type="sldNum" idx="12"/>
          </p:nvPr>
        </p:nvSpPr>
        <p:spPr>
          <a:xfrm xmlns:a="http://schemas.openxmlformats.org/drawingml/2006/main">
            <a:off x="6284880" y="8776800"/>
            <a:ext cx="3034200" cy="32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lvl1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1pPr>
            <a:lvl2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2pPr>
            <a:lvl3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3pPr>
            <a:lvl4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4pPr>
            <a:lvl5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5pPr>
            <a:lvl6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6pPr>
            <a:lvl7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7pPr>
            <a:lvl8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8pPr>
            <a:lvl9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9pPr>
          </a:lstStyle>
          <a:p xmlns:a="http://schemas.openxmlformats.org/drawingml/2006/main">
            <a:pPr marL="0" lvl="0" indent="0" algn="r">
              <a:spcBef>
                <a:spcPts val="0"/>
              </a:spcBef>
              <a:spcAft>
                <a:spcPts val="0"/>
              </a:spcAft>
              <a:buNone/>
            </a:pPr>
            <a:fld id="{00000000-1234-1234-1234-123412341234}" type="slidenum">
              <a:t>‹#›</a:t>
            </a:fld>
            <a:endParaRPr sz="1140">
              <a:latin typeface="Calibri"/>
              <a:ea typeface="Calibri"/>
              <a:cs typeface="Calibri"/>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77df4c4a8d4073" /><Relationship Type="http://schemas.openxmlformats.org/officeDocument/2006/relationships/slideLayout" Target="/ppt/slideLayouts/slideLayout1.xml" Id="R4d5133015dfb4cda" /><Relationship Type="http://schemas.openxmlformats.org/officeDocument/2006/relationships/slideLayout" Target="/ppt/slideLayouts/slideLayout2.xml" Id="R77f5281ee85e43c3" /><Relationship Type="http://schemas.openxmlformats.org/officeDocument/2006/relationships/slideLayout" Target="/ppt/slideLayouts/slideLayout3.xml" Id="R2483f3adfc524839" /><Relationship Type="http://schemas.openxmlformats.org/officeDocument/2006/relationships/slideLayout" Target="/ppt/slideLayouts/slideLayout4.xml" Id="R5e4fe810b2d54449" /><Relationship Type="http://schemas.openxmlformats.org/officeDocument/2006/relationships/slideLayout" Target="/ppt/slideLayouts/slideLayout5.xml" Id="R71e4488432a14b3b" /><Relationship Type="http://schemas.openxmlformats.org/officeDocument/2006/relationships/slideLayout" Target="/ppt/slideLayouts/slideLayout6.xml" Id="R9e441ed54c4b4f30" /><Relationship Type="http://schemas.openxmlformats.org/officeDocument/2006/relationships/slideLayout" Target="/ppt/slideLayouts/slideLayout7.xml" Id="Rc4ba8e51f7f347d9" /><Relationship Type="http://schemas.openxmlformats.org/officeDocument/2006/relationships/slideLayout" Target="/ppt/slideLayouts/slideLayout8.xml" Id="R64986062063a4352" /><Relationship Type="http://schemas.openxmlformats.org/officeDocument/2006/relationships/slideLayout" Target="/ppt/slideLayouts/slideLayout9.xml" Id="Red4d1772126d4986" /><Relationship Type="http://schemas.openxmlformats.org/officeDocument/2006/relationships/slideLayout" Target="/ppt/slideLayouts/slideLayout10.xml" Id="R7b159f9a573c4c19" /><Relationship Type="http://schemas.openxmlformats.org/officeDocument/2006/relationships/slideLayout" Target="/ppt/slideLayouts/slideLayout11.xml" Id="Rdc1e821161654b83" /><Relationship Type="http://schemas.openxmlformats.org/officeDocument/2006/relationships/slideLayout" Target="/ppt/slideLayouts/slideLayout12.xml" Id="R2bca99d3e805474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c200b51e23e4e93" /><Relationship Type="http://schemas.openxmlformats.org/officeDocument/2006/relationships/slideLayout" Target="/ppt/slideLayouts/slideLayout13.xml" Id="R5dad5f0c75154b7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534954B7-60BA-4424-A55E-17BD948B54FA}"/>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lnSpc>
                <a:spcPct val="100000"/>
              </a:lnSpc>
              <a:spcBef>
                <a:spcPts val="0"/>
              </a:spcBef>
              <a:spcAft>
                <a:spcPts val="0"/>
              </a:spcAft>
              <a:buClr>
                <a:schemeClr val="dk1"/>
              </a:buClr>
              <a:buSzPts val="4170"/>
              <a:buFont typeface="Calibri"/>
              <a:buNone/>
              <a:defRPr sz="417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p:txBody>
      </p:sp>
      <p:sp>
        <p:nvSpPr>
          <p:cNvPr id="11" name="Google Shape;11;p4">
            <a:extLst xmlns:a="http://schemas.openxmlformats.org/drawingml/2006/main">
              <a:ext uri="{FF2B5EF4-FFF2-40B4-BE49-F238E27FC236}">
                <a16:creationId xmlns:a16="http://schemas.microsoft.com/office/drawing/2014/main" id="{CBD78306-C6B2-4F51-9591-A645AB40146F}"/>
              </a:ext>
            </a:extLst>
          </p:cNvPr>
          <p:cNvSpPr>
            <a:spLocks xmlns:a="http://schemas.openxmlformats.org/drawingml/2006/main" noGrp="1"/>
          </p:cNvSpPr>
          <p:nvPr>
            <p:ph type="body" idx="1"/>
          </p:nvPr>
        </p:nvSpPr>
        <p:spPr>
          <a:xfrm xmlns:a="http://schemas.openxmlformats.org/drawingml/2006/main">
            <a:off x="325090" y="1517068"/>
            <a:ext cx="5851619"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21323" algn="l">
              <a:lnSpc>
                <a:spcPct val="100000"/>
              </a:lnSpc>
              <a:spcBef>
                <a:spcPts val="577"/>
              </a:spcBef>
              <a:spcAft>
                <a:spcPts val="0"/>
              </a:spcAft>
              <a:buClr>
                <a:schemeClr val="dk1"/>
              </a:buClr>
              <a:buSzPts val="3035"/>
              <a:buFont typeface="Arial"/>
              <a:buChar char="•"/>
              <a:defRPr sz="3035" b="0" i="0" u="none" cap="none">
                <a:solidFill>
                  <a:schemeClr val="dk1"/>
                </a:solidFill>
                <a:latin typeface="Calibri"/>
                <a:ea typeface="Calibri"/>
                <a:cs typeface="Calibri"/>
              </a:defRPr>
            </a:lvl1pPr>
            <a:lvl2pPr marL="914400" marR="0" indent="-397193" algn="l">
              <a:lnSpc>
                <a:spcPct val="100000"/>
              </a:lnSpc>
              <a:spcBef>
                <a:spcPts val="504"/>
              </a:spcBef>
              <a:spcAft>
                <a:spcPts val="0"/>
              </a:spcAft>
              <a:buClr>
                <a:schemeClr val="dk1"/>
              </a:buClr>
              <a:buSzPts val="2655"/>
              <a:buFont typeface="Arial"/>
              <a:buChar char="–"/>
              <a:defRPr sz="2655" b="0" i="0" u="none" cap="none">
                <a:solidFill>
                  <a:schemeClr val="dk1"/>
                </a:solidFill>
                <a:latin typeface="Calibri"/>
                <a:ea typeface="Calibri"/>
                <a:cs typeface="Calibri"/>
              </a:defRPr>
            </a:lvl2pPr>
            <a:lvl3pPr marL="1371600" marR="0" indent="-373063" algn="l">
              <a:lnSpc>
                <a:spcPct val="100000"/>
              </a:lnSpc>
              <a:spcBef>
                <a:spcPts val="432"/>
              </a:spcBef>
              <a:spcAft>
                <a:spcPts val="0"/>
              </a:spcAft>
              <a:buClr>
                <a:schemeClr val="dk1"/>
              </a:buClr>
              <a:buSzPts val="2275"/>
              <a:buFont typeface="Arial"/>
              <a:buChar char="•"/>
              <a:defRPr sz="2275" b="0" i="0" u="none" cap="none">
                <a:solidFill>
                  <a:schemeClr val="dk1"/>
                </a:solidFill>
                <a:latin typeface="Calibri"/>
                <a:ea typeface="Calibri"/>
                <a:cs typeface="Calibri"/>
              </a:defRPr>
            </a:lvl3pPr>
            <a:lvl4pPr marL="1828800" marR="0" indent="-348932"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4pPr>
            <a:lvl5pPr marL="22860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5pPr>
            <a:lvl6pPr marL="27432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6pPr>
            <a:lvl7pPr marL="32004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7pPr>
            <a:lvl8pPr marL="36576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8pPr>
            <a:lvl9pPr marL="41148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9pPr>
          </a:lstStyle>
          <a:p xmlns:a="http://schemas.openxmlformats.org/drawingml/2006/main"/>
        </p:txBody>
      </p:sp>
      <p:sp>
        <p:nvSpPr>
          <p:cNvPr id="12" name="Google Shape;12;p4">
            <a:extLst xmlns:a="http://schemas.openxmlformats.org/drawingml/2006/main">
              <a:ext uri="{FF2B5EF4-FFF2-40B4-BE49-F238E27FC236}">
                <a16:creationId xmlns:a16="http://schemas.microsoft.com/office/drawing/2014/main" id="{9789B8A2-8909-4168-82D5-4228A069AC7C}"/>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14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4">
            <a:extLst xmlns:a="http://schemas.openxmlformats.org/drawingml/2006/main">
              <a:ext uri="{FF2B5EF4-FFF2-40B4-BE49-F238E27FC236}">
                <a16:creationId xmlns:a16="http://schemas.microsoft.com/office/drawing/2014/main" id="{90308362-23B9-474F-8AE9-8D94B9BA7C70}"/>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14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4">
            <a:extLst xmlns:a="http://schemas.openxmlformats.org/drawingml/2006/main">
              <a:ext uri="{FF2B5EF4-FFF2-40B4-BE49-F238E27FC236}">
                <a16:creationId xmlns:a16="http://schemas.microsoft.com/office/drawing/2014/main" id="{0DB99F44-509D-44DB-869D-5AE111965364}"/>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d5133015dfb4cda"/>
    <p:sldLayoutId xmlns:r="http://schemas.openxmlformats.org/officeDocument/2006/relationships" id="2147483650" r:id="R77f5281ee85e43c3"/>
    <p:sldLayoutId xmlns:r="http://schemas.openxmlformats.org/officeDocument/2006/relationships" id="2147483651" r:id="R2483f3adfc524839"/>
    <p:sldLayoutId xmlns:r="http://schemas.openxmlformats.org/officeDocument/2006/relationships" id="2147483652" r:id="R5e4fe810b2d54449"/>
    <p:sldLayoutId xmlns:r="http://schemas.openxmlformats.org/officeDocument/2006/relationships" id="2147483653" r:id="R71e4488432a14b3b"/>
    <p:sldLayoutId xmlns:r="http://schemas.openxmlformats.org/officeDocument/2006/relationships" id="2147483654" r:id="R9e441ed54c4b4f30"/>
    <p:sldLayoutId xmlns:r="http://schemas.openxmlformats.org/officeDocument/2006/relationships" id="2147483655" r:id="Rc4ba8e51f7f347d9"/>
    <p:sldLayoutId xmlns:r="http://schemas.openxmlformats.org/officeDocument/2006/relationships" id="2147483656" r:id="R64986062063a4352"/>
    <p:sldLayoutId xmlns:r="http://schemas.openxmlformats.org/officeDocument/2006/relationships" id="2147483657" r:id="Red4d1772126d4986"/>
    <p:sldLayoutId xmlns:r="http://schemas.openxmlformats.org/officeDocument/2006/relationships" id="2147483658" r:id="R7b159f9a573c4c19"/>
    <p:sldLayoutId xmlns:r="http://schemas.openxmlformats.org/officeDocument/2006/relationships" id="2147483659" r:id="Rdc1e821161654b83"/>
    <p:sldLayoutId xmlns:r="http://schemas.openxmlformats.org/officeDocument/2006/relationships" id="2147483660" r:id="R2bca99d3e805474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2" r:id="R5dad5f0c75154b7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2eb8c00da140b1" /><Relationship Type="http://schemas.openxmlformats.org/officeDocument/2006/relationships/image" Target="/ppt/media/image.png" Id="R0bd9f75ce4f140f6" /><Relationship Type="http://schemas.openxmlformats.org/officeDocument/2006/relationships/hyperlink" Target="https://canvas.sydney.edu.au/groups/847279" TargetMode="External" Id="Rdfa48c1a0ce547aa" /><Relationship Type="http://schemas.openxmlformats.org/officeDocument/2006/relationships/notesSlide" Target="/ppt/notesSlides/notesSlide1.xml" Id="R7bc39b527da943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627a3ee5664a4d" /><Relationship Type="http://schemas.openxmlformats.org/officeDocument/2006/relationships/notesSlide" Target="/ppt/notesSlides/notesSlide2.xml" Id="Rdf4ca3efff154c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ecd8bca82b9c46e6" /><Relationship Type="http://schemas.openxmlformats.org/officeDocument/2006/relationships/notesSlide" Target="/ppt/notesSlides/notesSlide3.xml" Id="Rb87d62a5433240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c54d0b846b22466e" /><Relationship Type="http://schemas.openxmlformats.org/officeDocument/2006/relationships/notesSlide" Target="/ppt/notesSlides/notesSlide4.xml" Id="Rad88c227181b46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75f9a3f7eb784c03" /><Relationship Type="http://schemas.openxmlformats.org/officeDocument/2006/relationships/notesSlide" Target="/ppt/notesSlides/notesSlide5.xml" Id="Rcd2ce17771e04c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a2e419e88e8c49ec" /><Relationship Type="http://schemas.openxmlformats.org/officeDocument/2006/relationships/notesSlide" Target="/ppt/notesSlides/notesSlide6.xml" Id="R8f80899719f941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3.xml" Id="Rf9bc54201457473b" /><Relationship Type="http://schemas.openxmlformats.org/officeDocument/2006/relationships/notesSlide" Target="/ppt/notesSlides/notesSlide7.xml" Id="R1e9db9e43ca34f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96cbbb1380429a" /><Relationship Type="http://schemas.openxmlformats.org/officeDocument/2006/relationships/notesSlide" Target="/ppt/notesSlides/notesSlide8.xml" Id="R5a90069f5ec147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c63707cb1f462e" /><Relationship Type="http://schemas.openxmlformats.org/officeDocument/2006/relationships/hyperlink" Target="https://doi.org/10.1016/j.jairtraman.2020.101940" TargetMode="External" Id="Rf2cf7d5231b94d6f" /><Relationship Type="http://schemas.openxmlformats.org/officeDocument/2006/relationships/notesSlide" Target="/ppt/notesSlides/notesSlide9.xml" Id="R48cf59888bab4d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19c2e256d2405b" /><Relationship Type="http://schemas.openxmlformats.org/officeDocument/2006/relationships/image" Target="/ppt/media/image.png" Id="R4e9166139e904783" /><Relationship Type="http://schemas.openxmlformats.org/officeDocument/2006/relationships/image" Target="/ppt/media/image2.png" Id="R4dc073fe01fc4455" /><Relationship Type="http://schemas.openxmlformats.org/officeDocument/2006/relationships/image" Target="/ppt/media/image3.png" Id="Rfe5701563e994647" /><Relationship Type="http://schemas.openxmlformats.org/officeDocument/2006/relationships/image" Target="/ppt/media/image4.png" Id="R4c5120e014a64e2e" /><Relationship Type="http://schemas.openxmlformats.org/officeDocument/2006/relationships/notesSlide" Target="/ppt/notesSlides/notesSlide10.xml" Id="R52ae9541cbdb483e" /></Relationships>
</file>

<file path=ppt/slides/slide1.xml><?xml version="1.0" encoding="utf-8"?>
<p:sld xmlns:p="http://schemas.openxmlformats.org/presentationml/2006/main">
  <p:cSld>
    <p:bg>
      <p:bgPr>
        <a:blipFill xmlns:a="http://schemas.openxmlformats.org/drawingml/2006/main">
          <a:blip xmlns:r="http://schemas.openxmlformats.org/officeDocument/2006/relationships" r:embed="R0bd9f75ce4f140f6">
            <a:alphaModFix/>
          </a:blip>
          <a:stretch>
            <a:fillRect l="0" t="0" r="0" b="0"/>
          </a:stretch>
        </a:blipFill>
      </p:bgPr>
    </p:bg>
    <p:spTree>
      <p:nvGrpSpPr>
        <p:cNvPr id="1" name=""/>
        <p:cNvGrpSpPr/>
        <p:nvPr/>
      </p:nvGrpSpPr>
      <p:grpSpPr>
        <a:xfrm xmlns:a="http://schemas.openxmlformats.org/drawingml/2006/main"/>
      </p:grpSpPr>
      <p:sp>
        <p:nvSpPr>
          <p:cNvPr id="92" name="Google Shape;92;p1">
            <a:extLst xmlns:a="http://schemas.openxmlformats.org/drawingml/2006/main">
              <a:ext uri="{FF2B5EF4-FFF2-40B4-BE49-F238E27FC236}">
                <a16:creationId xmlns:a16="http://schemas.microsoft.com/office/drawing/2014/main" id="{87F45350-2941-48DE-90A9-545CD5F61D69}"/>
              </a:ext>
            </a:extLst>
          </p:cNvPr>
          <p:cNvSpPr>
            <a:spLocks xmlns:a="http://schemas.openxmlformats.org/drawingml/2006/main" noGrp="1"/>
          </p:cNvSpPr>
          <p:nvPr/>
        </p:nvSpPr>
        <p:spPr>
          <a:xfrm xmlns:a="http://schemas.openxmlformats.org/drawingml/2006/main">
            <a:off x="944800" y="1631425"/>
            <a:ext cx="11428200" cy="337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50000"/>
              </a:lnSpc>
              <a:spcBef>
                <a:spcPts val="0"/>
              </a:spcBef>
              <a:spcAft>
                <a:spcPts val="0"/>
              </a:spcAft>
              <a:buClr>
                <a:srgbClr val="000000"/>
              </a:buClr>
              <a:buSzPts val="3600"/>
              <a:buFont typeface="Arial"/>
              <a:buNone/>
            </a:pPr>
            <a:r>
              <a:t/>
            </a:r>
            <a:endParaRPr sz="3600" b="1" i="0" u="none" cap="none">
              <a:solidFill>
                <a:srgbClr val="FFFFFF"/>
              </a:solidFill>
              <a:latin typeface="Times New Roman"/>
              <a:ea typeface="Times New Roman"/>
              <a:cs typeface="Times New Roman"/>
            </a:endParaRPr>
          </a:p>
          <a:p xmlns:a="http://schemas.openxmlformats.org/drawingml/2006/main">
            <a:pPr marL="0" marR="0" lvl="0" indent="0" algn="ctr">
              <a:lnSpc>
                <a:spcPct val="150000"/>
              </a:lnSpc>
              <a:spcBef>
                <a:spcPts val="0"/>
              </a:spcBef>
              <a:spcAft>
                <a:spcPts val="0"/>
              </a:spcAft>
              <a:buClr>
                <a:srgbClr val="000000"/>
              </a:buClr>
              <a:buSzPts val="4100"/>
              <a:buFont typeface="Arial"/>
              <a:buNone/>
            </a:pPr>
            <a:r>
              <a:rPr sz="4100" b="1">
                <a:solidFill>
                  <a:srgbClr val="FFFFFF"/>
                </a:solidFill>
                <a:latin typeface="Times New Roman"/>
                <a:ea typeface="Times New Roman"/>
                <a:cs typeface="Times New Roman"/>
              </a:rPr>
              <a:t>Smart Queue Window</a:t>
            </a:r>
            <a:endParaRPr sz="4100" b="1">
              <a:solidFill>
                <a:srgbClr val="FFFFFF"/>
              </a:solidFill>
              <a:latin typeface="Times New Roman"/>
              <a:ea typeface="Times New Roman"/>
              <a:cs typeface="Times New Roman"/>
            </a:endParaRPr>
          </a:p>
          <a:p xmlns:a="http://schemas.openxmlformats.org/drawingml/2006/main">
            <a:pPr marL="0" marR="0" lvl="0" indent="0" algn="ctr">
              <a:lnSpc>
                <a:spcPct val="150000"/>
              </a:lnSpc>
              <a:spcBef>
                <a:spcPts val="0"/>
              </a:spcBef>
              <a:spcAft>
                <a:spcPts val="0"/>
              </a:spcAft>
              <a:buClr>
                <a:srgbClr val="000000"/>
              </a:buClr>
              <a:buSzPts val="4100"/>
              <a:buFont typeface="Arial"/>
              <a:buNone/>
            </a:pPr>
            <a:r>
              <a:rPr sz="3000" b="1">
                <a:solidFill>
                  <a:srgbClr val="FFFFFF"/>
                </a:solidFill>
                <a:latin typeface="Times New Roman"/>
                <a:ea typeface="Times New Roman"/>
                <a:cs typeface="Times New Roman"/>
              </a:rPr>
              <a:t>Helping Economy-Class Passengers Reduce Unnecessary Queueing</a:t>
            </a:r>
            <a:r>
              <a:rPr sz="4100" b="1" i="0" u="none" cap="none">
                <a:solidFill>
                  <a:srgbClr val="FFFFFF"/>
                </a:solidFill>
                <a:latin typeface="Times New Roman"/>
                <a:ea typeface="Times New Roman"/>
                <a:cs typeface="Times New Roman"/>
              </a:rPr>
              <a:t> </a:t>
            </a:r>
            <a:endParaRPr sz="4100" b="1" i="0" u="none" cap="none">
              <a:solidFill>
                <a:srgbClr val="FFFFFF"/>
              </a:solidFill>
              <a:latin typeface="Times New Roman"/>
              <a:ea typeface="Times New Roman"/>
              <a:cs typeface="Times New Roman"/>
            </a:endParaRPr>
          </a:p>
          <a:p xmlns:a="http://schemas.openxmlformats.org/drawingml/2006/main">
            <a:pPr marL="0" marR="0" lvl="0" indent="0" algn="l">
              <a:lnSpc>
                <a:spcPct val="150000"/>
              </a:lnSpc>
              <a:spcBef>
                <a:spcPts val="0"/>
              </a:spcBef>
              <a:spcAft>
                <a:spcPts val="0"/>
              </a:spcAft>
              <a:buClr>
                <a:srgbClr val="000000"/>
              </a:buClr>
              <a:buSzPts val="3600"/>
              <a:buFont typeface="Arial"/>
              <a:buNone/>
            </a:pPr>
            <a:r>
              <a:t/>
            </a:r>
            <a:endParaRPr sz="3600" b="1" i="0" u="none" cap="none">
              <a:solidFill>
                <a:srgbClr val="FFFFFF"/>
              </a:solidFill>
              <a:latin typeface="Times New Roman"/>
              <a:ea typeface="Times New Roman"/>
              <a:cs typeface="Times New Roman"/>
            </a:endParaRPr>
          </a:p>
        </p:txBody>
      </p:sp>
      <p:sp>
        <p:nvSpPr>
          <p:cNvPr id="93" name="Google Shape;93;p1">
            <a:extLst xmlns:a="http://schemas.openxmlformats.org/drawingml/2006/main">
              <a:ext uri="{FF2B5EF4-FFF2-40B4-BE49-F238E27FC236}">
                <a16:creationId xmlns:a16="http://schemas.microsoft.com/office/drawing/2014/main" id="{4D950D31-3384-41AF-9B1A-2A377D49CCCC}"/>
              </a:ext>
            </a:extLst>
          </p:cNvPr>
          <p:cNvSpPr>
            <a:spLocks xmlns:a="http://schemas.openxmlformats.org/drawingml/2006/main" noGrp="1"/>
          </p:cNvSpPr>
          <p:nvPr/>
        </p:nvSpPr>
        <p:spPr>
          <a:xfrm xmlns:a="http://schemas.openxmlformats.org/drawingml/2006/main">
            <a:off x="8120175" y="5414575"/>
            <a:ext cx="2571000" cy="254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50000"/>
              </a:lnSpc>
              <a:spcBef>
                <a:spcPts val="0"/>
              </a:spcBef>
              <a:spcAft>
                <a:spcPts val="0"/>
              </a:spcAft>
              <a:buClr>
                <a:schemeClr val="dk1"/>
              </a:buClr>
              <a:buSzPts val="2200"/>
              <a:buFont typeface="Times New Roman"/>
              <a:buNone/>
            </a:pPr>
            <a:r>
              <a:rPr sz="2400" b="1">
                <a:solidFill>
                  <a:schemeClr val="dk1"/>
                </a:solidFill>
                <a:latin typeface="Times New Roman"/>
                <a:ea typeface="Times New Roman"/>
                <a:cs typeface="Times New Roman"/>
                <a:hlinkClick xmlns:r="http://schemas.openxmlformats.org/officeDocument/2006/relationships" r:id="Rdfa48c1a0ce547aa"/>
              </a:rPr>
              <a:t>TUT14_Group02</a:t>
            </a:r>
            <a:endParaRPr sz="2400" b="1" i="0" u="none" cap="none">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Shiying Chen</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Yue Hou</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Xinyi Lu</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Yan </a:t>
            </a:r>
            <a:r>
              <a:rPr sz="2200" b="1">
                <a:solidFill>
                  <a:schemeClr val="dk1"/>
                </a:solidFill>
                <a:latin typeface="Times New Roman"/>
                <a:ea typeface="Times New Roman"/>
                <a:cs typeface="Times New Roman"/>
              </a:rPr>
              <a:t>Luo</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Sean Yi</a:t>
            </a:r>
            <a:endParaRPr sz="2200" b="1">
              <a:solidFill>
                <a:schemeClr val="dk1"/>
              </a:solidFill>
              <a:latin typeface="Times New Roman"/>
              <a:ea typeface="Times New Roman"/>
              <a:cs typeface="Times New Roman"/>
            </a:endParaRPr>
          </a:p>
        </p:txBody>
      </p:sp>
      <p:sp>
        <p:nvSpPr>
          <p:cNvPr id="94" name="Google Shape;94;p1">
            <a:extLst xmlns:a="http://schemas.openxmlformats.org/drawingml/2006/main">
              <a:ext uri="{FF2B5EF4-FFF2-40B4-BE49-F238E27FC236}">
                <a16:creationId xmlns:a16="http://schemas.microsoft.com/office/drawing/2014/main" id="{3A0BDEBD-4202-4BB2-BC40-EBEB54A5655E}"/>
              </a:ext>
            </a:extLst>
          </p:cNvPr>
          <p:cNvSpPr>
            <a:spLocks xmlns:a="http://schemas.openxmlformats.org/drawingml/2006/main" noGrp="1"/>
          </p:cNvSpPr>
          <p:nvPr/>
        </p:nvSpPr>
        <p:spPr>
          <a:xfrm xmlns:a="http://schemas.openxmlformats.org/drawingml/2006/main">
            <a:off x="-635" y="9371330"/>
            <a:ext cx="13027660" cy="381000"/>
          </a:xfrm>
          <a:prstGeom xmlns:a="http://schemas.openxmlformats.org/drawingml/2006/main" prst="rect">
            <a:avLst/>
          </a:prstGeom>
          <a:solidFill xmlns:a="http://schemas.openxmlformats.org/drawingml/2006/main">
            <a:srgbClr val="ED5E32"/>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Tree>
    <p:extLst>
      <p:ext uri="{BB962C8B-B14F-4D97-AF65-F5344CB8AC3E}">
        <p14:creationId xmlns:p14="http://schemas.microsoft.com/office/powerpoint/2010/main" val="1910524079"/>
      </p:ext>
    </p:extLst>
  </p:cSld>
</p:sld>
</file>

<file path=ppt/slides/slide2.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cxnSp>
        <p:nvCxnSpPr>
          <p:cNvPr id="109" name="Google Shape;99;p2"/>
          <p:cNvCxnSpPr/>
          <p:nvPr/>
        </p:nvCxnSpPr>
        <p:spPr>
          <a:xfrm xmlns:a="http://schemas.openxmlformats.org/drawingml/2006/main">
            <a:off x="487676" y="1551747"/>
            <a:ext cx="12028500" cy="13500"/>
          </a:xfrm>
          <a:prstGeom xmlns:a="http://schemas.openxmlformats.org/drawingml/2006/main" prst="straightConnector1">
            <a:avLst/>
          </a:prstGeom>
          <a:ln xmlns:a="http://schemas.openxmlformats.org/drawingml/2006/main" w="31750" cap="flat">
            <a:solidFill>
              <a:srgbClr val="ED5E32"/>
            </a:solidFill>
            <a:prstDash val="solid"/>
            <a:round/>
            <a:headEnd type="none" w="sm" len="sm"/>
            <a:tailEnd type="none" w="sm" len="sm"/>
          </a:ln>
        </p:spPr>
      </p:cxnSp>
      <p:sp>
        <p:nvSpPr>
          <p:cNvPr id="100" name="Google Shape;100;p2">
            <a:extLst xmlns:a="http://schemas.openxmlformats.org/drawingml/2006/main">
              <a:ext uri="{FF2B5EF4-FFF2-40B4-BE49-F238E27FC236}">
                <a16:creationId xmlns:a16="http://schemas.microsoft.com/office/drawing/2014/main" id="{78DECB45-DAE1-43A0-9C14-0B0A54D6C1DD}"/>
              </a:ext>
            </a:extLst>
          </p:cNvPr>
          <p:cNvSpPr>
            <a:spLocks xmlns:a="http://schemas.openxmlformats.org/drawingml/2006/main" noGrp="1"/>
          </p:cNvSpPr>
          <p:nvPr/>
        </p:nvSpPr>
        <p:spPr>
          <a:xfrm xmlns:a="http://schemas.openxmlformats.org/drawingml/2006/main">
            <a:off x="487676" y="662830"/>
            <a:ext cx="12028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00000"/>
              </a:lnSpc>
              <a:spcBef>
                <a:spcPts val="0"/>
              </a:spcBef>
              <a:spcAft>
                <a:spcPts val="0"/>
              </a:spcAft>
              <a:buClr>
                <a:srgbClr val="ED5E32"/>
              </a:buClr>
              <a:buSzPts val="3840"/>
              <a:buFont typeface="Arial"/>
              <a:buNone/>
            </a:pPr>
            <a:r>
              <a:rPr sz="3840" b="1">
                <a:solidFill>
                  <a:srgbClr val="ED5E32"/>
                </a:solidFill>
              </a:rPr>
              <a:t>Project Brief</a:t>
            </a:r>
            <a:endParaRPr sz="3840" b="1" i="0" u="none" cap="none">
              <a:solidFill>
                <a:srgbClr val="ED5E32"/>
              </a:solidFill>
              <a:latin typeface="Arial"/>
              <a:ea typeface="Arial"/>
              <a:cs typeface="Arial"/>
            </a:endParaRPr>
          </a:p>
        </p:txBody>
      </p:sp>
      <p:sp>
        <p:nvSpPr>
          <p:cNvPr id="101" name="Google Shape;101;p2">
            <a:extLst xmlns:a="http://schemas.openxmlformats.org/drawingml/2006/main">
              <a:ext uri="{FF2B5EF4-FFF2-40B4-BE49-F238E27FC236}">
                <a16:creationId xmlns:a16="http://schemas.microsoft.com/office/drawing/2014/main" id="{1532CED2-A047-46F4-A8C6-2098F75986FF}"/>
              </a:ext>
            </a:extLst>
          </p:cNvPr>
          <p:cNvSpPr>
            <a:spLocks xmlns:a="http://schemas.openxmlformats.org/drawingml/2006/main" noGrp="1"/>
          </p:cNvSpPr>
          <p:nvPr/>
        </p:nvSpPr>
        <p:spPr>
          <a:xfrm xmlns:a="http://schemas.openxmlformats.org/drawingml/2006/main">
            <a:off x="461700" y="1804075"/>
            <a:ext cx="12079800" cy="7192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3035">
                <a:solidFill>
                  <a:schemeClr val="dk1"/>
                </a:solidFill>
                <a:latin typeface="Calibri"/>
                <a:ea typeface="Calibri"/>
                <a:cs typeface="Calibri"/>
              </a:rPr>
              <a:t>Airport boarding can create long queues, congestion, and unnecessary waiting for economy-class passengers.</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rPr sz="3035" b="1">
                <a:solidFill>
                  <a:srgbClr val="D7651E"/>
                </a:solidFill>
                <a:latin typeface="Calibri"/>
                <a:ea typeface="Calibri"/>
                <a:cs typeface="Calibri"/>
              </a:rPr>
              <a:t>How might we help economy-class passengers identify a suitable time to join the boarding queue, without increasing gate agents' workload?</a:t>
            </a:r>
            <a:endParaRPr sz="3035" b="1">
              <a:solidFill>
                <a:srgbClr val="D7651E"/>
              </a:solidFill>
              <a:latin typeface="Calibri"/>
              <a:ea typeface="Calibri"/>
              <a:cs typeface="Calibri"/>
            </a:endParaRPr>
          </a:p>
        </p:txBody>
      </p:sp>
      <p:sp>
        <p:nvSpPr>
          <p:cNvPr id="102" name="Google Shape;102;p2">
            <a:extLst xmlns:a="http://schemas.openxmlformats.org/drawingml/2006/main">
              <a:ext uri="{FF2B5EF4-FFF2-40B4-BE49-F238E27FC236}">
                <a16:creationId xmlns:a16="http://schemas.microsoft.com/office/drawing/2014/main" id="{01901B78-8775-4047-984B-852D0AD44479}"/>
              </a:ext>
            </a:extLst>
          </p:cNvPr>
          <p:cNvSpPr>
            <a:spLocks xmlns:a="http://schemas.openxmlformats.org/drawingml/2006/main" noGrp="1"/>
          </p:cNvSpPr>
          <p:nvPr/>
        </p:nvSpPr>
        <p:spPr>
          <a:xfrm xmlns:a="http://schemas.openxmlformats.org/drawingml/2006/main">
            <a:off x="275" y="2937868"/>
            <a:ext cx="4334400" cy="3564600"/>
          </a:xfrm>
          <a:prstGeom xmlns:a="http://schemas.openxmlformats.org/drawingml/2006/main" prst="rightArrow">
            <a:avLst>
              <a:gd name="adj1" fmla="val 50000"/>
              <a:gd name="adj2" fmla="val 50000"/>
            </a:avLst>
          </a:prstGeom>
          <a:solidFill xmlns:a="http://schemas.openxmlformats.org/drawingml/2006/main">
            <a:schemeClr val="lt2"/>
          </a:solidFill>
          <a:ln xmlns:a="http://schemas.openxmlformats.org/drawingml/2006/main" w="7600" cmpd="sng">
            <a:solidFill>
              <a:schemeClr val="dk2"/>
            </a:solidFill>
            <a:prstDash val="solid"/>
            <a:headEnd type="none" w="sm" len="sm"/>
            <a:tailEnd type="none" w="sm" len="sm"/>
          </a:ln>
        </p:spPr>
        <p:txBody>
          <a:bodyPr xmlns:a="http://schemas.openxmlformats.org/drawingml/2006/main" spcFirstLastPara="1" wrap="square" lIns="72950" tIns="72950" rIns="72950" bIns="72950" anchor="ctr">
            <a:noAutofit/>
          </a:bodyPr>
          <a:lstStyle xmlns:a="http://schemas.openxmlformats.org/drawingml/2006/main"/>
          <a:p xmlns:a="http://schemas.openxmlformats.org/drawingml/2006/main">
            <a:pPr marL="0" lvl="0" indent="0" algn="l">
              <a:spcBef>
                <a:spcPts val="0"/>
              </a:spcBef>
              <a:spcAft>
                <a:spcPts val="0"/>
              </a:spcAft>
              <a:buNone/>
            </a:pPr>
            <a:r>
              <a:t/>
            </a:r>
            <a:endParaRPr sz="1717">
              <a:latin typeface="Calibri"/>
              <a:ea typeface="Calibri"/>
              <a:cs typeface="Calibri"/>
            </a:endParaRPr>
          </a:p>
          <a:p xmlns:a="http://schemas.openxmlformats.org/drawingml/2006/main">
            <a:pPr marL="0" lvl="0" indent="0" algn="ctr">
              <a:spcBef>
                <a:spcPts val="0"/>
              </a:spcBef>
              <a:spcAft>
                <a:spcPts val="0"/>
              </a:spcAft>
              <a:buNone/>
            </a:pPr>
            <a:r>
              <a:rPr sz="1717">
                <a:latin typeface="Calibri"/>
                <a:ea typeface="Calibri"/>
                <a:cs typeface="Calibri"/>
              </a:rPr>
              <a:t>Airports have announcements, display screens, and mobile notifications</a:t>
            </a:r>
            <a:endParaRPr sz="1717">
              <a:latin typeface="Calibri"/>
              <a:ea typeface="Calibri"/>
              <a:cs typeface="Calibri"/>
            </a:endParaRPr>
          </a:p>
          <a:p xmlns:a="http://schemas.openxmlformats.org/drawingml/2006/main">
            <a:pPr marL="0" lvl="0" indent="0" algn="ctr">
              <a:spcBef>
                <a:spcPts val="0"/>
              </a:spcBef>
              <a:spcAft>
                <a:spcPts val="0"/>
              </a:spcAft>
              <a:buNone/>
            </a:pPr>
            <a:r>
              <a:rPr sz="1717">
                <a:latin typeface="Calibri"/>
                <a:ea typeface="Calibri"/>
                <a:cs typeface="Calibri"/>
              </a:rPr>
              <a:t>Most passengers know when boarding begins but passengers still queue early</a:t>
            </a:r>
            <a:endParaRPr sz="1717">
              <a:latin typeface="Calibri"/>
              <a:ea typeface="Calibri"/>
              <a:cs typeface="Calibri"/>
            </a:endParaRPr>
          </a:p>
          <a:p xmlns:a="http://schemas.openxmlformats.org/drawingml/2006/main">
            <a:pPr marL="0" lvl="0" indent="0" algn="ctr">
              <a:spcBef>
                <a:spcPts val="0"/>
              </a:spcBef>
              <a:spcAft>
                <a:spcPts val="0"/>
              </a:spcAft>
              <a:buNone/>
            </a:pPr>
            <a:r>
              <a:t/>
            </a:r>
            <a:endParaRPr sz="1117">
              <a:latin typeface="Calibri"/>
              <a:ea typeface="Calibri"/>
              <a:cs typeface="Calibri"/>
            </a:endParaRPr>
          </a:p>
        </p:txBody>
      </p:sp>
      <p:sp>
        <p:nvSpPr>
          <p:cNvPr id="103" name="Google Shape;103;p2">
            <a:extLst xmlns:a="http://schemas.openxmlformats.org/drawingml/2006/main">
              <a:ext uri="{FF2B5EF4-FFF2-40B4-BE49-F238E27FC236}">
                <a16:creationId xmlns:a16="http://schemas.microsoft.com/office/drawing/2014/main" id="{325D35C8-DB8D-43D6-AA97-3745CDC4D727}"/>
              </a:ext>
            </a:extLst>
          </p:cNvPr>
          <p:cNvSpPr>
            <a:spLocks xmlns:a="http://schemas.openxmlformats.org/drawingml/2006/main" noGrp="1"/>
          </p:cNvSpPr>
          <p:nvPr/>
        </p:nvSpPr>
        <p:spPr>
          <a:xfrm xmlns:a="http://schemas.openxmlformats.org/drawingml/2006/main">
            <a:off x="4334721" y="2937868"/>
            <a:ext cx="4334400" cy="3564600"/>
          </a:xfrm>
          <a:prstGeom xmlns:a="http://schemas.openxmlformats.org/drawingml/2006/main" prst="rightArrow">
            <a:avLst>
              <a:gd name="adj1" fmla="val 50000"/>
              <a:gd name="adj2" fmla="val 50000"/>
            </a:avLst>
          </a:prstGeom>
          <a:solidFill xmlns:a="http://schemas.openxmlformats.org/drawingml/2006/main">
            <a:schemeClr val="lt2"/>
          </a:solidFill>
          <a:ln xmlns:a="http://schemas.openxmlformats.org/drawingml/2006/main" w="7600" cmpd="sng">
            <a:solidFill>
              <a:schemeClr val="dk2"/>
            </a:solidFill>
            <a:prstDash val="solid"/>
            <a:headEnd type="none" w="sm" len="sm"/>
            <a:tailEnd type="none" w="sm" len="sm"/>
          </a:ln>
        </p:spPr>
        <p:txBody>
          <a:bodyPr xmlns:a="http://schemas.openxmlformats.org/drawingml/2006/main" spcFirstLastPara="1" wrap="square" lIns="72950" tIns="72950" rIns="72950" bIns="72950" anchor="ctr">
            <a:noAutofit/>
          </a:bodyPr>
          <a:lstStyle xmlns:a="http://schemas.openxmlformats.org/drawingml/2006/main"/>
          <a:p xmlns:a="http://schemas.openxmlformats.org/drawingml/2006/main">
            <a:pPr marL="0" lvl="0" indent="0" algn="l">
              <a:spcBef>
                <a:spcPts val="0"/>
              </a:spcBef>
              <a:spcAft>
                <a:spcPts val="0"/>
              </a:spcAft>
              <a:buNone/>
            </a:pPr>
            <a:r>
              <a:t/>
            </a:r>
            <a:endParaRPr sz="2717">
              <a:latin typeface="Calibri"/>
              <a:ea typeface="Calibri"/>
              <a:cs typeface="Calibri"/>
            </a:endParaRPr>
          </a:p>
          <a:p xmlns:a="http://schemas.openxmlformats.org/drawingml/2006/main">
            <a:pPr marL="0" lvl="0" indent="0" algn="ctr">
              <a:spcBef>
                <a:spcPts val="0"/>
              </a:spcBef>
              <a:spcAft>
                <a:spcPts val="0"/>
              </a:spcAft>
              <a:buNone/>
            </a:pPr>
            <a:r>
              <a:rPr sz="2717">
                <a:latin typeface="Calibri"/>
                <a:ea typeface="Calibri"/>
                <a:cs typeface="Calibri"/>
              </a:rPr>
              <a:t>Uncertainty on when to join the queue</a:t>
            </a:r>
            <a:endParaRPr sz="2717">
              <a:latin typeface="Calibri"/>
              <a:ea typeface="Calibri"/>
              <a:cs typeface="Calibri"/>
            </a:endParaRPr>
          </a:p>
          <a:p xmlns:a="http://schemas.openxmlformats.org/drawingml/2006/main">
            <a:pPr marL="0" lvl="0" indent="0" algn="ctr">
              <a:spcBef>
                <a:spcPts val="0"/>
              </a:spcBef>
              <a:spcAft>
                <a:spcPts val="0"/>
              </a:spcAft>
              <a:buNone/>
            </a:pPr>
            <a:r>
              <a:t/>
            </a:r>
            <a:endParaRPr sz="2717">
              <a:latin typeface="Calibri"/>
              <a:ea typeface="Calibri"/>
              <a:cs typeface="Calibri"/>
            </a:endParaRPr>
          </a:p>
        </p:txBody>
      </p:sp>
      <p:sp>
        <p:nvSpPr>
          <p:cNvPr id="104" name="Google Shape;104;p2">
            <a:extLst xmlns:a="http://schemas.openxmlformats.org/drawingml/2006/main">
              <a:ext uri="{FF2B5EF4-FFF2-40B4-BE49-F238E27FC236}">
                <a16:creationId xmlns:a16="http://schemas.microsoft.com/office/drawing/2014/main" id="{3868428B-69B0-420A-B3C2-FC5E4C79878B}"/>
              </a:ext>
            </a:extLst>
          </p:cNvPr>
          <p:cNvSpPr>
            <a:spLocks xmlns:a="http://schemas.openxmlformats.org/drawingml/2006/main" noGrp="1"/>
          </p:cNvSpPr>
          <p:nvPr/>
        </p:nvSpPr>
        <p:spPr>
          <a:xfrm xmlns:a="http://schemas.openxmlformats.org/drawingml/2006/main">
            <a:off x="8669167" y="2937868"/>
            <a:ext cx="4334400" cy="3564600"/>
          </a:xfrm>
          <a:prstGeom xmlns:a="http://schemas.openxmlformats.org/drawingml/2006/main" prst="rightArrow">
            <a:avLst>
              <a:gd name="adj1" fmla="val 50000"/>
              <a:gd name="adj2" fmla="val 50000"/>
            </a:avLst>
          </a:prstGeom>
          <a:solidFill xmlns:a="http://schemas.openxmlformats.org/drawingml/2006/main">
            <a:schemeClr val="lt2"/>
          </a:solidFill>
          <a:ln xmlns:a="http://schemas.openxmlformats.org/drawingml/2006/main" w="7600" cmpd="sng">
            <a:solidFill>
              <a:schemeClr val="dk2"/>
            </a:solidFill>
            <a:prstDash val="solid"/>
            <a:headEnd type="none" w="sm" len="sm"/>
            <a:tailEnd type="none" w="sm" len="sm"/>
          </a:ln>
        </p:spPr>
        <p:txBody>
          <a:bodyPr xmlns:a="http://schemas.openxmlformats.org/drawingml/2006/main" spcFirstLastPara="1" wrap="square" lIns="72950" tIns="72950" rIns="72950" bIns="72950" anchor="ctr">
            <a:noAutofit/>
          </a:bodyPr>
          <a:lstStyle xmlns:a="http://schemas.openxmlformats.org/drawingml/2006/main"/>
          <a:p xmlns:a="http://schemas.openxmlformats.org/drawingml/2006/main">
            <a:pPr marL="0" lvl="0" indent="0" algn="ctr">
              <a:spcBef>
                <a:spcPts val="0"/>
              </a:spcBef>
              <a:spcAft>
                <a:spcPts val="0"/>
              </a:spcAft>
              <a:buNone/>
            </a:pPr>
            <a:r>
              <a:t/>
            </a:r>
            <a:endParaRPr sz="2817">
              <a:latin typeface="Calibri"/>
              <a:ea typeface="Calibri"/>
              <a:cs typeface="Calibri"/>
            </a:endParaRPr>
          </a:p>
          <a:p xmlns:a="http://schemas.openxmlformats.org/drawingml/2006/main">
            <a:pPr marL="0" lvl="0" indent="0" algn="ctr">
              <a:spcBef>
                <a:spcPts val="0"/>
              </a:spcBef>
              <a:spcAft>
                <a:spcPts val="0"/>
              </a:spcAft>
              <a:buNone/>
            </a:pPr>
            <a:r>
              <a:rPr sz="2817">
                <a:latin typeface="Calibri"/>
                <a:ea typeface="Calibri"/>
                <a:cs typeface="Calibri"/>
              </a:rPr>
              <a:t>Reduce unnecessary queueing and standing time</a:t>
            </a:r>
            <a:endParaRPr sz="2817">
              <a:latin typeface="Calibri"/>
              <a:ea typeface="Calibri"/>
              <a:cs typeface="Calibri"/>
            </a:endParaRPr>
          </a:p>
          <a:p xmlns:a="http://schemas.openxmlformats.org/drawingml/2006/main">
            <a:pPr marL="0" lvl="0" indent="0" algn="ctr">
              <a:spcBef>
                <a:spcPts val="0"/>
              </a:spcBef>
              <a:spcAft>
                <a:spcPts val="0"/>
              </a:spcAft>
              <a:buNone/>
            </a:pPr>
            <a:r>
              <a:t/>
            </a:r>
            <a:endParaRPr sz="2817">
              <a:latin typeface="Calibri"/>
              <a:ea typeface="Calibri"/>
              <a:cs typeface="Calibri"/>
            </a:endParaRPr>
          </a:p>
        </p:txBody>
      </p:sp>
      <p:sp>
        <p:nvSpPr>
          <p:cNvPr id="105" name="Google Shape;105;p2">
            <a:extLst xmlns:a="http://schemas.openxmlformats.org/drawingml/2006/main">
              <a:ext uri="{FF2B5EF4-FFF2-40B4-BE49-F238E27FC236}">
                <a16:creationId xmlns:a16="http://schemas.microsoft.com/office/drawing/2014/main" id="{5FA5F9BB-EE22-4488-BEFE-35F86FD1369E}"/>
              </a:ext>
            </a:extLst>
          </p:cNvPr>
          <p:cNvSpPr>
            <a:spLocks xmlns:a="http://schemas.openxmlformats.org/drawingml/2006/main" noGrp="1"/>
          </p:cNvSpPr>
          <p:nvPr/>
        </p:nvSpPr>
        <p:spPr>
          <a:xfrm xmlns:a="http://schemas.openxmlformats.org/drawingml/2006/main">
            <a:off x="86950" y="3095375"/>
            <a:ext cx="2443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435">
                <a:solidFill>
                  <a:schemeClr val="dk1"/>
                </a:solidFill>
                <a:latin typeface="Calibri"/>
                <a:ea typeface="Calibri"/>
                <a:cs typeface="Calibri"/>
              </a:rPr>
              <a:t>Research Findings</a:t>
            </a:r>
            <a:endParaRPr sz="2435">
              <a:solidFill>
                <a:schemeClr val="dk1"/>
              </a:solidFill>
              <a:latin typeface="Calibri"/>
              <a:ea typeface="Calibri"/>
              <a:cs typeface="Calibri"/>
            </a:endParaRPr>
          </a:p>
        </p:txBody>
      </p:sp>
      <p:sp>
        <p:nvSpPr>
          <p:cNvPr id="106" name="Google Shape;106;p2">
            <a:extLst xmlns:a="http://schemas.openxmlformats.org/drawingml/2006/main">
              <a:ext uri="{FF2B5EF4-FFF2-40B4-BE49-F238E27FC236}">
                <a16:creationId xmlns:a16="http://schemas.microsoft.com/office/drawing/2014/main" id="{1ABA8374-7B9E-4974-8F37-679D03680ED3}"/>
              </a:ext>
            </a:extLst>
          </p:cNvPr>
          <p:cNvSpPr>
            <a:spLocks xmlns:a="http://schemas.openxmlformats.org/drawingml/2006/main" noGrp="1"/>
          </p:cNvSpPr>
          <p:nvPr/>
        </p:nvSpPr>
        <p:spPr>
          <a:xfrm xmlns:a="http://schemas.openxmlformats.org/drawingml/2006/main">
            <a:off x="8669175" y="3095375"/>
            <a:ext cx="2443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435">
                <a:solidFill>
                  <a:schemeClr val="dk1"/>
                </a:solidFill>
                <a:latin typeface="Calibri"/>
                <a:ea typeface="Calibri"/>
                <a:cs typeface="Calibri"/>
              </a:rPr>
              <a:t>Reframed Brief</a:t>
            </a:r>
            <a:endParaRPr sz="2435">
              <a:solidFill>
                <a:schemeClr val="dk1"/>
              </a:solidFill>
              <a:latin typeface="Calibri"/>
              <a:ea typeface="Calibri"/>
              <a:cs typeface="Calibri"/>
            </a:endParaRPr>
          </a:p>
        </p:txBody>
      </p:sp>
      <p:sp>
        <p:nvSpPr>
          <p:cNvPr id="107" name="Google Shape;107;p2">
            <a:extLst xmlns:a="http://schemas.openxmlformats.org/drawingml/2006/main">
              <a:ext uri="{FF2B5EF4-FFF2-40B4-BE49-F238E27FC236}">
                <a16:creationId xmlns:a16="http://schemas.microsoft.com/office/drawing/2014/main" id="{C96BCAD9-3119-4B6D-8A24-CD95DB52E0F7}"/>
              </a:ext>
            </a:extLst>
          </p:cNvPr>
          <p:cNvSpPr>
            <a:spLocks xmlns:a="http://schemas.openxmlformats.org/drawingml/2006/main" noGrp="1"/>
          </p:cNvSpPr>
          <p:nvPr/>
        </p:nvSpPr>
        <p:spPr>
          <a:xfrm xmlns:a="http://schemas.openxmlformats.org/drawingml/2006/main">
            <a:off x="4378063" y="3095375"/>
            <a:ext cx="2443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435">
                <a:solidFill>
                  <a:schemeClr val="dk1"/>
                </a:solidFill>
                <a:latin typeface="Calibri"/>
                <a:ea typeface="Calibri"/>
                <a:cs typeface="Calibri"/>
              </a:rPr>
              <a:t>Key insight</a:t>
            </a:r>
            <a:endParaRPr sz="2435">
              <a:solidFill>
                <a:schemeClr val="dk1"/>
              </a:solidFill>
              <a:latin typeface="Calibri"/>
              <a:ea typeface="Calibri"/>
              <a:cs typeface="Calibri"/>
            </a:endParaRPr>
          </a:p>
        </p:txBody>
      </p:sp>
    </p:spTree>
    <p:extLst>
      <p:ext uri="{BB962C8B-B14F-4D97-AF65-F5344CB8AC3E}">
        <p14:creationId xmlns:p14="http://schemas.microsoft.com/office/powerpoint/2010/main" val="1102300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 name="Google Shape;113;h66eaead6589b307_1_0">
            <a:extLst xmlns:a="http://schemas.openxmlformats.org/drawingml/2006/main">
              <a:ext uri="{FF2B5EF4-FFF2-40B4-BE49-F238E27FC236}">
                <a16:creationId xmlns:a16="http://schemas.microsoft.com/office/drawing/2014/main" id="{E4D0D40E-5E97-4F0D-B954-3CA409F37AB7}"/>
              </a:ext>
            </a:extLst>
          </p:cNvPr>
          <p:cNvSpPr>
            <a:spLocks xmlns:a="http://schemas.openxmlformats.org/drawingml/2006/main" noGrp="1"/>
          </p:cNvSpPr>
          <p:nvPr/>
        </p:nvSpPr>
        <p:spPr>
          <a:xfrm xmlns:a="http://schemas.openxmlformats.org/drawingml/2006/main">
            <a:off x="609525" y="948111"/>
            <a:ext cx="117840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i="0">
                <a:solidFill>
                  <a:srgbClr val="F15A2A"/>
                </a:solidFill>
                <a:latin typeface="Verdana"/>
                <a:ea typeface="Verdana"/>
                <a:cs typeface="Verdana"/>
              </a:rPr>
              <a:t>Primary research: passengers differed on when to queue</a:t>
            </a:r>
            <a:endParaRPr sz="1700"/>
          </a:p>
        </p:txBody>
      </p:sp>
      <p:sp>
        <p:nvSpPr>
          <p:cNvPr id="114" name="Google Shape;114;h66eaead6589b307_1_0">
            <a:extLst xmlns:a="http://schemas.openxmlformats.org/drawingml/2006/main">
              <a:ext uri="{FF2B5EF4-FFF2-40B4-BE49-F238E27FC236}">
                <a16:creationId xmlns:a16="http://schemas.microsoft.com/office/drawing/2014/main" id="{02061151-43BD-4584-A3FC-A51B33D980EA}"/>
              </a:ext>
            </a:extLst>
          </p:cNvPr>
          <p:cNvSpPr>
            <a:spLocks xmlns:a="http://schemas.openxmlformats.org/drawingml/2006/main" noGrp="1"/>
          </p:cNvSpPr>
          <p:nvPr/>
        </p:nvSpPr>
        <p:spPr>
          <a:xfrm xmlns:a="http://schemas.openxmlformats.org/drawingml/2006/main">
            <a:off x="609525" y="1706600"/>
            <a:ext cx="11784000" cy="54300"/>
          </a:xfrm>
          <a:prstGeom xmlns:a="http://schemas.openxmlformats.org/drawingml/2006/main" prst="rect">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15" name="Google Shape;115;h66eaead6589b307_1_0">
            <a:extLst xmlns:a="http://schemas.openxmlformats.org/drawingml/2006/main">
              <a:ext uri="{FF2B5EF4-FFF2-40B4-BE49-F238E27FC236}">
                <a16:creationId xmlns:a16="http://schemas.microsoft.com/office/drawing/2014/main" id="{D453CCB1-E00F-4978-9F50-B6F0809C3BD7}"/>
              </a:ext>
            </a:extLst>
          </p:cNvPr>
          <p:cNvSpPr>
            <a:spLocks xmlns:a="http://schemas.openxmlformats.org/drawingml/2006/main" noGrp="1"/>
          </p:cNvSpPr>
          <p:nvPr/>
        </p:nvSpPr>
        <p:spPr>
          <a:xfrm xmlns:a="http://schemas.openxmlformats.org/drawingml/2006/main">
            <a:off x="609525" y="2302556"/>
            <a:ext cx="11784150" cy="866844"/>
          </a:xfrm>
          <a:prstGeom xmlns:a="http://schemas.openxmlformats.org/drawingml/2006/main" prst="roundRect">
            <a:avLst>
              <a:gd name="adj" fmla="val 12500"/>
            </a:avLst>
          </a:prstGeom>
          <a:solidFill xmlns:a="http://schemas.openxmlformats.org/drawingml/2006/main">
            <a:srgbClr val="FFF9F5"/>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900" b="0" i="0">
                <a:solidFill>
                  <a:srgbClr val="2F2F2F"/>
                </a:solidFill>
                <a:latin typeface="Verdana"/>
                <a:ea typeface="Verdana"/>
                <a:cs typeface="Verdana"/>
              </a:rPr>
              <a:t>All three participants checked screens, phones or announcements. Their decisions still differed when a queue began to form.</a:t>
            </a:r>
            <a:endParaRPr sz="1700"/>
          </a:p>
        </p:txBody>
      </p:sp>
      <p:sp>
        <p:nvSpPr>
          <p:cNvPr id="116" name="Google Shape;116;h66eaead6589b307_1_0">
            <a:extLst xmlns:a="http://schemas.openxmlformats.org/drawingml/2006/main">
              <a:ext uri="{FF2B5EF4-FFF2-40B4-BE49-F238E27FC236}">
                <a16:creationId xmlns:a16="http://schemas.microsoft.com/office/drawing/2014/main" id="{DD08BC41-3DC1-4FA0-A8A6-D60BD4DAECB3}"/>
              </a:ext>
            </a:extLst>
          </p:cNvPr>
          <p:cNvSpPr>
            <a:spLocks xmlns:a="http://schemas.openxmlformats.org/drawingml/2006/main" noGrp="1"/>
          </p:cNvSpPr>
          <p:nvPr/>
        </p:nvSpPr>
        <p:spPr>
          <a:xfrm xmlns:a="http://schemas.openxmlformats.org/drawingml/2006/main">
            <a:off x="609525" y="3521556"/>
            <a:ext cx="3504769" cy="3386111"/>
          </a:xfrm>
          <a:prstGeom xmlns:a="http://schemas.openxmlformats.org/drawingml/2006/main" prst="roundRect">
            <a:avLst>
              <a:gd name="adj" fmla="val 3200"/>
            </a:avLst>
          </a:prstGeom>
          <a:solidFill xmlns:a="http://schemas.openxmlformats.org/drawingml/2006/main">
            <a:srgbClr val="FCE9DF"/>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17" name="Google Shape;117;h66eaead6589b307_1_0">
            <a:extLst xmlns:a="http://schemas.openxmlformats.org/drawingml/2006/main">
              <a:ext uri="{FF2B5EF4-FFF2-40B4-BE49-F238E27FC236}">
                <a16:creationId xmlns:a16="http://schemas.microsoft.com/office/drawing/2014/main" id="{22C6553C-8BC2-4704-B30E-9E4A6CB2A3B2}"/>
              </a:ext>
            </a:extLst>
          </p:cNvPr>
          <p:cNvSpPr>
            <a:spLocks xmlns:a="http://schemas.openxmlformats.org/drawingml/2006/main" noGrp="1"/>
          </p:cNvSpPr>
          <p:nvPr/>
        </p:nvSpPr>
        <p:spPr>
          <a:xfrm xmlns:a="http://schemas.openxmlformats.org/drawingml/2006/main">
            <a:off x="833025" y="3819525"/>
            <a:ext cx="772200" cy="731400"/>
          </a:xfrm>
          <a:prstGeom xmlns:a="http://schemas.openxmlformats.org/drawingml/2006/main" prst="roundRect">
            <a:avLst>
              <a:gd name="adj" fmla="val 14815"/>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P</a:t>
            </a:r>
            <a:r>
              <a:rPr sz="1800" b="1">
                <a:solidFill>
                  <a:srgbClr val="FFFFFF"/>
                </a:solidFill>
                <a:latin typeface="Verdana"/>
                <a:ea typeface="Verdana"/>
                <a:cs typeface="Verdana"/>
              </a:rPr>
              <a:t>1</a:t>
            </a:r>
            <a:endParaRPr sz="1700"/>
          </a:p>
        </p:txBody>
      </p:sp>
      <p:sp>
        <p:nvSpPr>
          <p:cNvPr id="118" name="Google Shape;118;h66eaead6589b307_1_0">
            <a:extLst xmlns:a="http://schemas.openxmlformats.org/drawingml/2006/main">
              <a:ext uri="{FF2B5EF4-FFF2-40B4-BE49-F238E27FC236}">
                <a16:creationId xmlns:a16="http://schemas.microsoft.com/office/drawing/2014/main" id="{3F6C444B-8CA6-4E4A-972D-519AA7AB8725}"/>
              </a:ext>
            </a:extLst>
          </p:cNvPr>
          <p:cNvSpPr>
            <a:spLocks xmlns:a="http://schemas.openxmlformats.org/drawingml/2006/main" noGrp="1"/>
          </p:cNvSpPr>
          <p:nvPr/>
        </p:nvSpPr>
        <p:spPr>
          <a:xfrm xmlns:a="http://schemas.openxmlformats.org/drawingml/2006/main">
            <a:off x="833017" y="4740556"/>
            <a:ext cx="3047625"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300" b="1" i="0">
                <a:solidFill>
                  <a:srgbClr val="C84A22"/>
                </a:solidFill>
                <a:latin typeface="Verdana"/>
                <a:ea typeface="Verdana"/>
                <a:cs typeface="Verdana"/>
              </a:rPr>
              <a:t>FOLLOWED THE CROWD</a:t>
            </a:r>
            <a:endParaRPr sz="1700"/>
          </a:p>
        </p:txBody>
      </p:sp>
      <p:sp>
        <p:nvSpPr>
          <p:cNvPr id="119" name="Google Shape;119;h66eaead6589b307_1_0">
            <a:extLst xmlns:a="http://schemas.openxmlformats.org/drawingml/2006/main">
              <a:ext uri="{FF2B5EF4-FFF2-40B4-BE49-F238E27FC236}">
                <a16:creationId xmlns:a16="http://schemas.microsoft.com/office/drawing/2014/main" id="{E29DA24F-E969-448F-A5AE-EC74E9F32880}"/>
              </a:ext>
            </a:extLst>
          </p:cNvPr>
          <p:cNvSpPr>
            <a:spLocks xmlns:a="http://schemas.openxmlformats.org/drawingml/2006/main" noGrp="1"/>
          </p:cNvSpPr>
          <p:nvPr/>
        </p:nvSpPr>
        <p:spPr>
          <a:xfrm xmlns:a="http://schemas.openxmlformats.org/drawingml/2006/main">
            <a:off x="833017" y="5309422"/>
            <a:ext cx="3047625" cy="12460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600" b="0" i="0">
                <a:solidFill>
                  <a:srgbClr val="2F2F2F"/>
                </a:solidFill>
                <a:latin typeface="Verdana"/>
                <a:ea typeface="Verdana"/>
                <a:cs typeface="Verdana"/>
              </a:rPr>
              <a:t>Saw other passengers line up, assumed boarding would start soon, and joined the queue.</a:t>
            </a:r>
            <a:endParaRPr sz="1700"/>
          </a:p>
        </p:txBody>
      </p:sp>
      <p:sp>
        <p:nvSpPr>
          <p:cNvPr id="120" name="Google Shape;120;h66eaead6589b307_1_0">
            <a:extLst xmlns:a="http://schemas.openxmlformats.org/drawingml/2006/main">
              <a:ext uri="{FF2B5EF4-FFF2-40B4-BE49-F238E27FC236}">
                <a16:creationId xmlns:a16="http://schemas.microsoft.com/office/drawing/2014/main" id="{651B3C1E-CFD6-43F5-9221-6C5F3BC4910D}"/>
              </a:ext>
            </a:extLst>
          </p:cNvPr>
          <p:cNvSpPr>
            <a:spLocks xmlns:a="http://schemas.openxmlformats.org/drawingml/2006/main" noGrp="1"/>
          </p:cNvSpPr>
          <p:nvPr/>
        </p:nvSpPr>
        <p:spPr>
          <a:xfrm xmlns:a="http://schemas.openxmlformats.org/drawingml/2006/main">
            <a:off x="4622231" y="3521556"/>
            <a:ext cx="3504769" cy="3386111"/>
          </a:xfrm>
          <a:prstGeom xmlns:a="http://schemas.openxmlformats.org/drawingml/2006/main" prst="roundRect">
            <a:avLst>
              <a:gd name="adj" fmla="val 3200"/>
            </a:avLst>
          </a:prstGeom>
          <a:solidFill xmlns:a="http://schemas.openxmlformats.org/drawingml/2006/main">
            <a:srgbClr val="FFF3EC"/>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21" name="Google Shape;121;h66eaead6589b307_1_0">
            <a:extLst xmlns:a="http://schemas.openxmlformats.org/drawingml/2006/main">
              <a:ext uri="{FF2B5EF4-FFF2-40B4-BE49-F238E27FC236}">
                <a16:creationId xmlns:a16="http://schemas.microsoft.com/office/drawing/2014/main" id="{3915FFA2-5A4B-4617-9BE2-22E91D75F1A7}"/>
              </a:ext>
            </a:extLst>
          </p:cNvPr>
          <p:cNvSpPr>
            <a:spLocks xmlns:a="http://schemas.openxmlformats.org/drawingml/2006/main" noGrp="1"/>
          </p:cNvSpPr>
          <p:nvPr/>
        </p:nvSpPr>
        <p:spPr>
          <a:xfrm xmlns:a="http://schemas.openxmlformats.org/drawingml/2006/main">
            <a:off x="4845725" y="3819525"/>
            <a:ext cx="772200" cy="731400"/>
          </a:xfrm>
          <a:prstGeom xmlns:a="http://schemas.openxmlformats.org/drawingml/2006/main" prst="roundRect">
            <a:avLst>
              <a:gd name="adj" fmla="val 14815"/>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P2</a:t>
            </a:r>
            <a:endParaRPr sz="1700"/>
          </a:p>
        </p:txBody>
      </p:sp>
      <p:sp>
        <p:nvSpPr>
          <p:cNvPr id="122" name="Google Shape;122;h66eaead6589b307_1_0">
            <a:extLst xmlns:a="http://schemas.openxmlformats.org/drawingml/2006/main">
              <a:ext uri="{FF2B5EF4-FFF2-40B4-BE49-F238E27FC236}">
                <a16:creationId xmlns:a16="http://schemas.microsoft.com/office/drawing/2014/main" id="{754DFE51-AEBB-4852-BE44-B0CF37F34556}"/>
              </a:ext>
            </a:extLst>
          </p:cNvPr>
          <p:cNvSpPr>
            <a:spLocks xmlns:a="http://schemas.openxmlformats.org/drawingml/2006/main" noGrp="1"/>
          </p:cNvSpPr>
          <p:nvPr/>
        </p:nvSpPr>
        <p:spPr>
          <a:xfrm xmlns:a="http://schemas.openxmlformats.org/drawingml/2006/main">
            <a:off x="4845724" y="4740556"/>
            <a:ext cx="3047625"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300" b="1" i="0">
                <a:solidFill>
                  <a:srgbClr val="C84A22"/>
                </a:solidFill>
                <a:latin typeface="Verdana"/>
                <a:ea typeface="Verdana"/>
                <a:cs typeface="Verdana"/>
              </a:rPr>
              <a:t>REMAINED SEATED</a:t>
            </a:r>
            <a:endParaRPr sz="1700"/>
          </a:p>
        </p:txBody>
      </p:sp>
      <p:sp>
        <p:nvSpPr>
          <p:cNvPr id="123" name="Google Shape;123;h66eaead6589b307_1_0">
            <a:extLst xmlns:a="http://schemas.openxmlformats.org/drawingml/2006/main">
              <a:ext uri="{FF2B5EF4-FFF2-40B4-BE49-F238E27FC236}">
                <a16:creationId xmlns:a16="http://schemas.microsoft.com/office/drawing/2014/main" id="{E6EE56F4-702A-4B38-B575-D8144FD6CE80}"/>
              </a:ext>
            </a:extLst>
          </p:cNvPr>
          <p:cNvSpPr>
            <a:spLocks xmlns:a="http://schemas.openxmlformats.org/drawingml/2006/main" noGrp="1"/>
          </p:cNvSpPr>
          <p:nvPr/>
        </p:nvSpPr>
        <p:spPr>
          <a:xfrm xmlns:a="http://schemas.openxmlformats.org/drawingml/2006/main">
            <a:off x="4845724" y="5309422"/>
            <a:ext cx="3047625" cy="12460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600" b="0" i="0">
                <a:solidFill>
                  <a:srgbClr val="2F2F2F"/>
                </a:solidFill>
                <a:latin typeface="Verdana"/>
                <a:ea typeface="Verdana"/>
                <a:cs typeface="Verdana"/>
              </a:rPr>
              <a:t>Watched others queue but felt no need to rush. The queue did not change their decision.</a:t>
            </a:r>
            <a:endParaRPr sz="1700"/>
          </a:p>
        </p:txBody>
      </p:sp>
      <p:sp>
        <p:nvSpPr>
          <p:cNvPr id="124" name="Google Shape;124;h66eaead6589b307_1_0">
            <a:extLst xmlns:a="http://schemas.openxmlformats.org/drawingml/2006/main">
              <a:ext uri="{FF2B5EF4-FFF2-40B4-BE49-F238E27FC236}">
                <a16:creationId xmlns:a16="http://schemas.microsoft.com/office/drawing/2014/main" id="{33B88F01-AA5D-44E4-955B-179E5CBDF152}"/>
              </a:ext>
            </a:extLst>
          </p:cNvPr>
          <p:cNvSpPr>
            <a:spLocks xmlns:a="http://schemas.openxmlformats.org/drawingml/2006/main" noGrp="1"/>
          </p:cNvSpPr>
          <p:nvPr/>
        </p:nvSpPr>
        <p:spPr>
          <a:xfrm xmlns:a="http://schemas.openxmlformats.org/drawingml/2006/main">
            <a:off x="8634938" y="3521556"/>
            <a:ext cx="3504769" cy="3386111"/>
          </a:xfrm>
          <a:prstGeom xmlns:a="http://schemas.openxmlformats.org/drawingml/2006/main" prst="roundRect">
            <a:avLst>
              <a:gd name="adj" fmla="val 3200"/>
            </a:avLst>
          </a:prstGeom>
          <a:solidFill xmlns:a="http://schemas.openxmlformats.org/drawingml/2006/main">
            <a:srgbClr val="FCE9DF"/>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25" name="Google Shape;125;h66eaead6589b307_1_0">
            <a:extLst xmlns:a="http://schemas.openxmlformats.org/drawingml/2006/main">
              <a:ext uri="{FF2B5EF4-FFF2-40B4-BE49-F238E27FC236}">
                <a16:creationId xmlns:a16="http://schemas.microsoft.com/office/drawing/2014/main" id="{180F6E65-ED03-4A2A-8F3B-0939EA800AD0}"/>
              </a:ext>
            </a:extLst>
          </p:cNvPr>
          <p:cNvSpPr>
            <a:spLocks xmlns:a="http://schemas.openxmlformats.org/drawingml/2006/main" noGrp="1"/>
          </p:cNvSpPr>
          <p:nvPr/>
        </p:nvSpPr>
        <p:spPr>
          <a:xfrm xmlns:a="http://schemas.openxmlformats.org/drawingml/2006/main">
            <a:off x="8858423" y="3819525"/>
            <a:ext cx="772200" cy="731400"/>
          </a:xfrm>
          <a:prstGeom xmlns:a="http://schemas.openxmlformats.org/drawingml/2006/main" prst="roundRect">
            <a:avLst>
              <a:gd name="adj" fmla="val 14815"/>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P3</a:t>
            </a:r>
            <a:endParaRPr sz="1700"/>
          </a:p>
        </p:txBody>
      </p:sp>
      <p:sp>
        <p:nvSpPr>
          <p:cNvPr id="126" name="Google Shape;126;h66eaead6589b307_1_0">
            <a:extLst xmlns:a="http://schemas.openxmlformats.org/drawingml/2006/main">
              <a:ext uri="{FF2B5EF4-FFF2-40B4-BE49-F238E27FC236}">
                <a16:creationId xmlns:a16="http://schemas.microsoft.com/office/drawing/2014/main" id="{92122021-E3CC-4276-B579-D68E49FFBB57}"/>
              </a:ext>
            </a:extLst>
          </p:cNvPr>
          <p:cNvSpPr>
            <a:spLocks xmlns:a="http://schemas.openxmlformats.org/drawingml/2006/main" noGrp="1"/>
          </p:cNvSpPr>
          <p:nvPr/>
        </p:nvSpPr>
        <p:spPr>
          <a:xfrm xmlns:a="http://schemas.openxmlformats.org/drawingml/2006/main">
            <a:off x="8858430" y="4740556"/>
            <a:ext cx="3047625"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300" b="1" i="0">
                <a:solidFill>
                  <a:srgbClr val="C84A22"/>
                </a:solidFill>
                <a:latin typeface="Verdana"/>
                <a:ea typeface="Verdana"/>
                <a:cs typeface="Verdana"/>
              </a:rPr>
              <a:t>USED THE QUEUE AS A SIGNAL</a:t>
            </a:r>
            <a:endParaRPr sz="1700"/>
          </a:p>
        </p:txBody>
      </p:sp>
      <p:sp>
        <p:nvSpPr>
          <p:cNvPr id="127" name="Google Shape;127;h66eaead6589b307_1_0">
            <a:extLst xmlns:a="http://schemas.openxmlformats.org/drawingml/2006/main">
              <a:ext uri="{FF2B5EF4-FFF2-40B4-BE49-F238E27FC236}">
                <a16:creationId xmlns:a16="http://schemas.microsoft.com/office/drawing/2014/main" id="{0C963C86-3EC4-4EB8-9449-5F478E8B1B73}"/>
              </a:ext>
            </a:extLst>
          </p:cNvPr>
          <p:cNvSpPr>
            <a:spLocks xmlns:a="http://schemas.openxmlformats.org/drawingml/2006/main" noGrp="1"/>
          </p:cNvSpPr>
          <p:nvPr/>
        </p:nvSpPr>
        <p:spPr>
          <a:xfrm xmlns:a="http://schemas.openxmlformats.org/drawingml/2006/main">
            <a:off x="8858430" y="5309422"/>
            <a:ext cx="3047625" cy="12460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600" b="0" i="0">
                <a:solidFill>
                  <a:srgbClr val="2F2F2F"/>
                </a:solidFill>
                <a:latin typeface="Verdana"/>
                <a:ea typeface="Verdana"/>
                <a:cs typeface="Verdana"/>
              </a:rPr>
              <a:t>Saw people line up, prepared belongings, and then joined the queue.</a:t>
            </a:r>
            <a:endParaRPr sz="1700"/>
          </a:p>
        </p:txBody>
      </p:sp>
      <p:sp>
        <p:nvSpPr>
          <p:cNvPr id="128" name="Google Shape;128;h66eaead6589b307_1_0">
            <a:extLst xmlns:a="http://schemas.openxmlformats.org/drawingml/2006/main">
              <a:ext uri="{FF2B5EF4-FFF2-40B4-BE49-F238E27FC236}">
                <a16:creationId xmlns:a16="http://schemas.microsoft.com/office/drawing/2014/main" id="{A2E966E7-20CF-478E-926B-E705ECCB9D86}"/>
              </a:ext>
            </a:extLst>
          </p:cNvPr>
          <p:cNvSpPr>
            <a:spLocks xmlns:a="http://schemas.openxmlformats.org/drawingml/2006/main" noGrp="1"/>
          </p:cNvSpPr>
          <p:nvPr/>
        </p:nvSpPr>
        <p:spPr>
          <a:xfrm xmlns:a="http://schemas.openxmlformats.org/drawingml/2006/main">
            <a:off x="609525" y="7341089"/>
            <a:ext cx="11784150" cy="1408622"/>
          </a:xfrm>
          <a:prstGeom xmlns:a="http://schemas.openxmlformats.org/drawingml/2006/main" prst="roundRect">
            <a:avLst>
              <a:gd name="adj" fmla="val 7692"/>
            </a:avLst>
          </a:prstGeom>
          <a:solidFill xmlns:a="http://schemas.openxmlformats.org/drawingml/2006/main">
            <a:srgbClr val="FCE9DF"/>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2F2F2F"/>
                </a:solidFill>
                <a:latin typeface="Verdana"/>
                <a:ea typeface="Verdana"/>
                <a:cs typeface="Verdana"/>
              </a:rPr>
              <a:t>KEY INSIGHT</a:t>
            </a:r>
            <a:endParaRPr sz="1800" b="1"/>
          </a:p>
          <a:p xmlns:a="http://schemas.openxmlformats.org/drawingml/2006/main">
            <a:pPr marL="0" marR="0" lvl="0" indent="0" algn="l">
              <a:spcBef>
                <a:spcPts val="0"/>
              </a:spcBef>
              <a:spcAft>
                <a:spcPts val="0"/>
              </a:spcAft>
              <a:buNone/>
            </a:pPr>
            <a:r>
              <a:rPr sz="1800" b="0" i="0">
                <a:solidFill>
                  <a:srgbClr val="2F2F2F"/>
                </a:solidFill>
                <a:latin typeface="Verdana"/>
                <a:ea typeface="Verdana"/>
                <a:cs typeface="Verdana"/>
              </a:rPr>
              <a:t>Boarding information was available, but passengers still lacked clear guidance about whether joining the physical queue was worthwhile at that moment.</a:t>
            </a:r>
            <a:endParaRPr sz="1800"/>
          </a:p>
        </p:txBody>
      </p:sp>
    </p:spTree>
    <p:extLst>
      <p:ext uri="{BB962C8B-B14F-4D97-AF65-F5344CB8AC3E}">
        <p14:creationId xmlns:p14="http://schemas.microsoft.com/office/powerpoint/2010/main" val="12019692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 name="Google Shape;134;h66eaead6589b307_1_24">
            <a:extLst xmlns:a="http://schemas.openxmlformats.org/drawingml/2006/main">
              <a:ext uri="{FF2B5EF4-FFF2-40B4-BE49-F238E27FC236}">
                <a16:creationId xmlns:a16="http://schemas.microsoft.com/office/drawing/2014/main" id="{843E5FF2-158D-423D-A8B4-D94C77A61DCA}"/>
              </a:ext>
            </a:extLst>
          </p:cNvPr>
          <p:cNvSpPr>
            <a:spLocks xmlns:a="http://schemas.openxmlformats.org/drawingml/2006/main" noGrp="1"/>
          </p:cNvSpPr>
          <p:nvPr/>
        </p:nvSpPr>
        <p:spPr>
          <a:xfrm xmlns:a="http://schemas.openxmlformats.org/drawingml/2006/main">
            <a:off x="609525" y="697122"/>
            <a:ext cx="11784000" cy="86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i="0">
                <a:solidFill>
                  <a:srgbClr val="F15A2A"/>
                </a:solidFill>
                <a:latin typeface="Verdana"/>
                <a:ea typeface="Verdana"/>
                <a:cs typeface="Verdana"/>
              </a:rPr>
              <a:t>Secondary research: real-time guidance supports queue decisions</a:t>
            </a:r>
            <a:endParaRPr sz="1700"/>
          </a:p>
        </p:txBody>
      </p:sp>
      <p:sp>
        <p:nvSpPr>
          <p:cNvPr id="135" name="Google Shape;135;h66eaead6589b307_1_24">
            <a:extLst xmlns:a="http://schemas.openxmlformats.org/drawingml/2006/main">
              <a:ext uri="{FF2B5EF4-FFF2-40B4-BE49-F238E27FC236}">
                <a16:creationId xmlns:a16="http://schemas.microsoft.com/office/drawing/2014/main" id="{E704957F-284B-40F2-ACF1-659D96392BF3}"/>
              </a:ext>
            </a:extLst>
          </p:cNvPr>
          <p:cNvSpPr>
            <a:spLocks xmlns:a="http://schemas.openxmlformats.org/drawingml/2006/main" noGrp="1"/>
          </p:cNvSpPr>
          <p:nvPr/>
        </p:nvSpPr>
        <p:spPr>
          <a:xfrm xmlns:a="http://schemas.openxmlformats.org/drawingml/2006/main">
            <a:off x="609525" y="1722138"/>
            <a:ext cx="11784000" cy="54300"/>
          </a:xfrm>
          <a:prstGeom xmlns:a="http://schemas.openxmlformats.org/drawingml/2006/main" prst="rect">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36" name="Google Shape;136;h66eaead6589b307_1_24">
            <a:extLst xmlns:a="http://schemas.openxmlformats.org/drawingml/2006/main">
              <a:ext uri="{FF2B5EF4-FFF2-40B4-BE49-F238E27FC236}">
                <a16:creationId xmlns:a16="http://schemas.microsoft.com/office/drawing/2014/main" id="{49C18444-ED52-436F-8A8A-28A807B855A0}"/>
              </a:ext>
            </a:extLst>
          </p:cNvPr>
          <p:cNvSpPr>
            <a:spLocks xmlns:a="http://schemas.openxmlformats.org/drawingml/2006/main" noGrp="1"/>
          </p:cNvSpPr>
          <p:nvPr/>
        </p:nvSpPr>
        <p:spPr>
          <a:xfrm xmlns:a="http://schemas.openxmlformats.org/drawingml/2006/main">
            <a:off x="609525" y="2438000"/>
            <a:ext cx="5587313" cy="3873711"/>
          </a:xfrm>
          <a:prstGeom xmlns:a="http://schemas.openxmlformats.org/drawingml/2006/main" prst="roundRect">
            <a:avLst>
              <a:gd name="adj" fmla="val 2797"/>
            </a:avLst>
          </a:prstGeom>
          <a:solidFill xmlns:a="http://schemas.openxmlformats.org/drawingml/2006/main">
            <a:srgbClr val="FFF9F5"/>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37" name="Google Shape;137;h66eaead6589b307_1_24">
            <a:extLst xmlns:a="http://schemas.openxmlformats.org/drawingml/2006/main">
              <a:ext uri="{FF2B5EF4-FFF2-40B4-BE49-F238E27FC236}">
                <a16:creationId xmlns:a16="http://schemas.microsoft.com/office/drawing/2014/main" id="{4659DAF7-9A87-42B6-8396-F91E0081D16D}"/>
              </a:ext>
            </a:extLst>
          </p:cNvPr>
          <p:cNvSpPr>
            <a:spLocks xmlns:a="http://schemas.openxmlformats.org/drawingml/2006/main" noGrp="1"/>
          </p:cNvSpPr>
          <p:nvPr/>
        </p:nvSpPr>
        <p:spPr>
          <a:xfrm xmlns:a="http://schemas.openxmlformats.org/drawingml/2006/main">
            <a:off x="873652" y="2776611"/>
            <a:ext cx="650160" cy="866844"/>
          </a:xfrm>
          <a:prstGeom xmlns:a="http://schemas.openxmlformats.org/drawingml/2006/main" prst="roundRect">
            <a:avLst>
              <a:gd name="adj" fmla="val 12500"/>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01</a:t>
            </a:r>
            <a:endParaRPr sz="1700"/>
          </a:p>
        </p:txBody>
      </p:sp>
      <p:sp>
        <p:nvSpPr>
          <p:cNvPr id="138" name="Google Shape;138;h66eaead6589b307_1_24">
            <a:extLst xmlns:a="http://schemas.openxmlformats.org/drawingml/2006/main">
              <a:ext uri="{FF2B5EF4-FFF2-40B4-BE49-F238E27FC236}">
                <a16:creationId xmlns:a16="http://schemas.microsoft.com/office/drawing/2014/main" id="{04667A96-A187-4966-B31C-D3E662F2BAFE}"/>
              </a:ext>
            </a:extLst>
          </p:cNvPr>
          <p:cNvSpPr>
            <a:spLocks xmlns:a="http://schemas.openxmlformats.org/drawingml/2006/main" noGrp="1"/>
          </p:cNvSpPr>
          <p:nvPr/>
        </p:nvSpPr>
        <p:spPr>
          <a:xfrm xmlns:a="http://schemas.openxmlformats.org/drawingml/2006/main">
            <a:off x="1706670" y="2803700"/>
            <a:ext cx="4165088" cy="4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500" b="1" i="0">
                <a:solidFill>
                  <a:srgbClr val="C84A22"/>
                </a:solidFill>
                <a:latin typeface="Verdana"/>
                <a:ea typeface="Verdana"/>
                <a:cs typeface="Verdana"/>
              </a:rPr>
              <a:t>QUEUE PREDICTION</a:t>
            </a:r>
            <a:endParaRPr sz="1700"/>
          </a:p>
        </p:txBody>
      </p:sp>
      <p:sp>
        <p:nvSpPr>
          <p:cNvPr id="139" name="Google Shape;139;h66eaead6589b307_1_24">
            <a:extLst xmlns:a="http://schemas.openxmlformats.org/drawingml/2006/main">
              <a:ext uri="{FF2B5EF4-FFF2-40B4-BE49-F238E27FC236}">
                <a16:creationId xmlns:a16="http://schemas.microsoft.com/office/drawing/2014/main" id="{19137D88-79FD-4ED0-AC71-B41BBACE34D1}"/>
              </a:ext>
            </a:extLst>
          </p:cNvPr>
          <p:cNvSpPr>
            <a:spLocks xmlns:a="http://schemas.openxmlformats.org/drawingml/2006/main" noGrp="1"/>
          </p:cNvSpPr>
          <p:nvPr/>
        </p:nvSpPr>
        <p:spPr>
          <a:xfrm xmlns:a="http://schemas.openxmlformats.org/drawingml/2006/main">
            <a:off x="873652" y="3927889"/>
            <a:ext cx="4815248" cy="1516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i="0">
                <a:solidFill>
                  <a:srgbClr val="2F2F2F"/>
                </a:solidFill>
                <a:latin typeface="Verdana"/>
                <a:ea typeface="Verdana"/>
                <a:cs typeface="Verdana"/>
              </a:rPr>
              <a:t>Airport queue behaviour can be modelled to provide real-time waiting-time predictions and support passenger-flow management.</a:t>
            </a:r>
            <a:endParaRPr sz="1700"/>
          </a:p>
        </p:txBody>
      </p:sp>
      <p:sp>
        <p:nvSpPr>
          <p:cNvPr id="140" name="Google Shape;140;h66eaead6589b307_1_24">
            <a:extLst xmlns:a="http://schemas.openxmlformats.org/drawingml/2006/main">
              <a:ext uri="{FF2B5EF4-FFF2-40B4-BE49-F238E27FC236}">
                <a16:creationId xmlns:a16="http://schemas.microsoft.com/office/drawing/2014/main" id="{10CD51B9-0AAD-4A9B-8114-DC12632EEBC3}"/>
              </a:ext>
            </a:extLst>
          </p:cNvPr>
          <p:cNvSpPr>
            <a:spLocks xmlns:a="http://schemas.openxmlformats.org/drawingml/2006/main" noGrp="1"/>
          </p:cNvSpPr>
          <p:nvPr/>
        </p:nvSpPr>
        <p:spPr>
          <a:xfrm xmlns:a="http://schemas.openxmlformats.org/drawingml/2006/main">
            <a:off x="873652" y="5688667"/>
            <a:ext cx="4815248" cy="297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200" b="1" i="0">
                <a:solidFill>
                  <a:srgbClr val="F15A2A"/>
                </a:solidFill>
                <a:latin typeface="Verdana"/>
                <a:ea typeface="Verdana"/>
                <a:cs typeface="Verdana"/>
              </a:rPr>
              <a:t>Rodríguez-Sanz et al. (2021)</a:t>
            </a:r>
            <a:endParaRPr sz="1700"/>
          </a:p>
        </p:txBody>
      </p:sp>
      <p:sp>
        <p:nvSpPr>
          <p:cNvPr id="141" name="Google Shape;141;h66eaead6589b307_1_24">
            <a:extLst xmlns:a="http://schemas.openxmlformats.org/drawingml/2006/main">
              <a:ext uri="{FF2B5EF4-FFF2-40B4-BE49-F238E27FC236}">
                <a16:creationId xmlns:a16="http://schemas.microsoft.com/office/drawing/2014/main" id="{048192C3-B902-4362-A263-B96AF695816A}"/>
              </a:ext>
            </a:extLst>
          </p:cNvPr>
          <p:cNvSpPr>
            <a:spLocks xmlns:a="http://schemas.openxmlformats.org/drawingml/2006/main" noGrp="1"/>
          </p:cNvSpPr>
          <p:nvPr/>
        </p:nvSpPr>
        <p:spPr>
          <a:xfrm xmlns:a="http://schemas.openxmlformats.org/drawingml/2006/main">
            <a:off x="6806363" y="2438000"/>
            <a:ext cx="5587313" cy="3873711"/>
          </a:xfrm>
          <a:prstGeom xmlns:a="http://schemas.openxmlformats.org/drawingml/2006/main" prst="roundRect">
            <a:avLst>
              <a:gd name="adj" fmla="val 2797"/>
            </a:avLst>
          </a:prstGeom>
          <a:solidFill xmlns:a="http://schemas.openxmlformats.org/drawingml/2006/main">
            <a:srgbClr val="FFF9F5"/>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42" name="Google Shape;142;h66eaead6589b307_1_24">
            <a:extLst xmlns:a="http://schemas.openxmlformats.org/drawingml/2006/main">
              <a:ext uri="{FF2B5EF4-FFF2-40B4-BE49-F238E27FC236}">
                <a16:creationId xmlns:a16="http://schemas.microsoft.com/office/drawing/2014/main" id="{ABEE8FFF-EDF6-44B6-AF91-3833811F7CAE}"/>
              </a:ext>
            </a:extLst>
          </p:cNvPr>
          <p:cNvSpPr>
            <a:spLocks xmlns:a="http://schemas.openxmlformats.org/drawingml/2006/main" noGrp="1"/>
          </p:cNvSpPr>
          <p:nvPr/>
        </p:nvSpPr>
        <p:spPr>
          <a:xfrm xmlns:a="http://schemas.openxmlformats.org/drawingml/2006/main">
            <a:off x="7070490" y="2776611"/>
            <a:ext cx="650160" cy="866844"/>
          </a:xfrm>
          <a:prstGeom xmlns:a="http://schemas.openxmlformats.org/drawingml/2006/main" prst="roundRect">
            <a:avLst>
              <a:gd name="adj" fmla="val 12500"/>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02</a:t>
            </a:r>
            <a:endParaRPr sz="1700"/>
          </a:p>
        </p:txBody>
      </p:sp>
      <p:sp>
        <p:nvSpPr>
          <p:cNvPr id="143" name="Google Shape;143;h66eaead6589b307_1_24">
            <a:extLst xmlns:a="http://schemas.openxmlformats.org/drawingml/2006/main">
              <a:ext uri="{FF2B5EF4-FFF2-40B4-BE49-F238E27FC236}">
                <a16:creationId xmlns:a16="http://schemas.microsoft.com/office/drawing/2014/main" id="{7CA16E02-87BD-4DEF-87A8-E02EF182491E}"/>
              </a:ext>
            </a:extLst>
          </p:cNvPr>
          <p:cNvSpPr>
            <a:spLocks xmlns:a="http://schemas.openxmlformats.org/drawingml/2006/main" noGrp="1"/>
          </p:cNvSpPr>
          <p:nvPr/>
        </p:nvSpPr>
        <p:spPr>
          <a:xfrm xmlns:a="http://schemas.openxmlformats.org/drawingml/2006/main">
            <a:off x="7903508" y="2803700"/>
            <a:ext cx="4165088" cy="4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500" b="1" i="0">
                <a:solidFill>
                  <a:srgbClr val="C84A22"/>
                </a:solidFill>
                <a:latin typeface="Verdana"/>
                <a:ea typeface="Verdana"/>
                <a:cs typeface="Verdana"/>
              </a:rPr>
              <a:t>USEFUL INFORMATION SERVICES</a:t>
            </a:r>
            <a:endParaRPr sz="1700"/>
          </a:p>
        </p:txBody>
      </p:sp>
      <p:sp>
        <p:nvSpPr>
          <p:cNvPr id="144" name="Google Shape;144;h66eaead6589b307_1_24">
            <a:extLst xmlns:a="http://schemas.openxmlformats.org/drawingml/2006/main">
              <a:ext uri="{FF2B5EF4-FFF2-40B4-BE49-F238E27FC236}">
                <a16:creationId xmlns:a16="http://schemas.microsoft.com/office/drawing/2014/main" id="{E2C61BAC-DB82-4721-AF22-DA8B790856B9}"/>
              </a:ext>
            </a:extLst>
          </p:cNvPr>
          <p:cNvSpPr>
            <a:spLocks xmlns:a="http://schemas.openxmlformats.org/drawingml/2006/main" noGrp="1"/>
          </p:cNvSpPr>
          <p:nvPr/>
        </p:nvSpPr>
        <p:spPr>
          <a:xfrm xmlns:a="http://schemas.openxmlformats.org/drawingml/2006/main">
            <a:off x="7070490" y="3927889"/>
            <a:ext cx="4815248" cy="1516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i="0">
                <a:solidFill>
                  <a:srgbClr val="2F2F2F"/>
                </a:solidFill>
                <a:latin typeface="Verdana"/>
                <a:ea typeface="Verdana"/>
                <a:cs typeface="Verdana"/>
              </a:rPr>
              <a:t>Technology-based airport information services can improve passenger satisfaction when the guidance is useful and relevant.</a:t>
            </a:r>
            <a:endParaRPr sz="1700"/>
          </a:p>
        </p:txBody>
      </p:sp>
      <p:sp>
        <p:nvSpPr>
          <p:cNvPr id="145" name="Google Shape;145;h66eaead6589b307_1_24">
            <a:extLst xmlns:a="http://schemas.openxmlformats.org/drawingml/2006/main">
              <a:ext uri="{FF2B5EF4-FFF2-40B4-BE49-F238E27FC236}">
                <a16:creationId xmlns:a16="http://schemas.microsoft.com/office/drawing/2014/main" id="{6FE35E9F-E6C4-4E96-9747-7DE036E5EF2C}"/>
              </a:ext>
            </a:extLst>
          </p:cNvPr>
          <p:cNvSpPr>
            <a:spLocks xmlns:a="http://schemas.openxmlformats.org/drawingml/2006/main" noGrp="1"/>
          </p:cNvSpPr>
          <p:nvPr/>
        </p:nvSpPr>
        <p:spPr>
          <a:xfrm xmlns:a="http://schemas.openxmlformats.org/drawingml/2006/main">
            <a:off x="7070490" y="5688667"/>
            <a:ext cx="4815248" cy="297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200" b="1" i="0">
                <a:solidFill>
                  <a:srgbClr val="F15A2A"/>
                </a:solidFill>
                <a:latin typeface="Verdana"/>
                <a:ea typeface="Verdana"/>
                <a:cs typeface="Verdana"/>
              </a:rPr>
              <a:t>Choi et al. (2024)</a:t>
            </a:r>
            <a:endParaRPr sz="1700"/>
          </a:p>
        </p:txBody>
      </p:sp>
      <p:sp>
        <p:nvSpPr>
          <p:cNvPr id="146" name="Google Shape;146;h66eaead6589b307_1_24">
            <a:extLst xmlns:a="http://schemas.openxmlformats.org/drawingml/2006/main">
              <a:ext uri="{FF2B5EF4-FFF2-40B4-BE49-F238E27FC236}">
                <a16:creationId xmlns:a16="http://schemas.microsoft.com/office/drawing/2014/main" id="{860399DD-6F38-4868-8381-5F2646881836}"/>
              </a:ext>
            </a:extLst>
          </p:cNvPr>
          <p:cNvSpPr>
            <a:spLocks xmlns:a="http://schemas.openxmlformats.org/drawingml/2006/main" noGrp="1"/>
          </p:cNvSpPr>
          <p:nvPr/>
        </p:nvSpPr>
        <p:spPr>
          <a:xfrm xmlns:a="http://schemas.openxmlformats.org/drawingml/2006/main">
            <a:off x="609525" y="6772222"/>
            <a:ext cx="11784150" cy="1842044"/>
          </a:xfrm>
          <a:prstGeom xmlns:a="http://schemas.openxmlformats.org/drawingml/2006/main" prst="roundRect">
            <a:avLst>
              <a:gd name="adj" fmla="val 5882"/>
            </a:avLst>
          </a:prstGeom>
          <a:solidFill xmlns:a="http://schemas.openxmlformats.org/drawingml/2006/main">
            <a:srgbClr val="FCE9DF"/>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C84A22"/>
                </a:solidFill>
                <a:latin typeface="Verdana"/>
                <a:ea typeface="Verdana"/>
                <a:cs typeface="Verdana"/>
              </a:rPr>
              <a:t>DESIGN IMPLICATION</a:t>
            </a:r>
            <a:endParaRPr sz="1800" b="1"/>
          </a:p>
          <a:p xmlns:a="http://schemas.openxmlformats.org/drawingml/2006/main">
            <a:pPr marL="0" marR="0" lvl="0" indent="0" algn="l">
              <a:spcBef>
                <a:spcPts val="0"/>
              </a:spcBef>
              <a:spcAft>
                <a:spcPts val="0"/>
              </a:spcAft>
              <a:buNone/>
            </a:pPr>
            <a:r>
              <a:rPr sz="1800" b="0" i="0">
                <a:solidFill>
                  <a:srgbClr val="C84A22"/>
                </a:solidFill>
                <a:latin typeface="Verdana"/>
                <a:ea typeface="Verdana"/>
                <a:cs typeface="Verdana"/>
              </a:rPr>
              <a:t>Convert existing boarding and queue data into timely guidance about when a passenger should join the line, without requiring repeated assistance from gate agents.</a:t>
            </a:r>
            <a:endParaRPr sz="1800"/>
          </a:p>
        </p:txBody>
      </p:sp>
    </p:spTree>
    <p:extLst>
      <p:ext uri="{BB962C8B-B14F-4D97-AF65-F5344CB8AC3E}">
        <p14:creationId xmlns:p14="http://schemas.microsoft.com/office/powerpoint/2010/main" val="252793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 name="Google Shape;151;g3fb9ba7439b_0_9">
            <a:extLst xmlns:a="http://schemas.openxmlformats.org/drawingml/2006/main">
              <a:ext uri="{FF2B5EF4-FFF2-40B4-BE49-F238E27FC236}">
                <a16:creationId xmlns:a16="http://schemas.microsoft.com/office/drawing/2014/main" id="{D4035954-A2E9-4521-ABE5-2249F6786DA7}"/>
              </a:ext>
            </a:extLst>
          </p:cNvPr>
          <p:cNvSpPr>
            <a:spLocks xmlns:a="http://schemas.openxmlformats.org/drawingml/2006/main" noGrp="1"/>
          </p:cNvSpPr>
          <p:nvPr/>
        </p:nvSpPr>
        <p:spPr>
          <a:xfrm xmlns:a="http://schemas.openxmlformats.org/drawingml/2006/main">
            <a:off x="698921" y="588875"/>
            <a:ext cx="11585100" cy="61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3300"/>
              <a:buFont typeface="Arial"/>
              <a:buNone/>
            </a:pPr>
            <a:r>
              <a:rPr sz="3300" b="1" i="0" u="none" cap="none">
                <a:solidFill>
                  <a:srgbClr val="50331D"/>
                </a:solidFill>
                <a:latin typeface="Arial"/>
                <a:ea typeface="Arial"/>
                <a:cs typeface="Arial"/>
              </a:rPr>
              <a:t>User Needs and Requirements</a:t>
            </a:r>
            <a:endParaRPr sz="1700">
              <a:solidFill>
                <a:srgbClr val="50331D"/>
              </a:solidFill>
            </a:endParaRPr>
          </a:p>
        </p:txBody>
      </p:sp>
      <p:sp>
        <p:nvSpPr>
          <p:cNvPr id="152" name="Google Shape;152;g3fb9ba7439b_0_9">
            <a:extLst xmlns:a="http://schemas.openxmlformats.org/drawingml/2006/main">
              <a:ext uri="{FF2B5EF4-FFF2-40B4-BE49-F238E27FC236}">
                <a16:creationId xmlns:a16="http://schemas.microsoft.com/office/drawing/2014/main" id="{886A2090-5DEB-49C9-ACD2-1B9B42A73C9A}"/>
              </a:ext>
            </a:extLst>
          </p:cNvPr>
          <p:cNvSpPr>
            <a:spLocks xmlns:a="http://schemas.openxmlformats.org/drawingml/2006/main" noGrp="1"/>
          </p:cNvSpPr>
          <p:nvPr/>
        </p:nvSpPr>
        <p:spPr>
          <a:xfrm xmlns:a="http://schemas.openxmlformats.org/drawingml/2006/main">
            <a:off x="798651" y="2222588"/>
            <a:ext cx="2137200" cy="35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2100"/>
              <a:buFont typeface="Arial"/>
              <a:buNone/>
            </a:pPr>
            <a:r>
              <a:rPr sz="1600" b="1">
                <a:solidFill>
                  <a:srgbClr val="DF7D44"/>
                </a:solidFill>
              </a:rPr>
              <a:t>RESEARCH INSIGHT</a:t>
            </a:r>
            <a:endParaRPr sz="1600" b="1">
              <a:solidFill>
                <a:srgbClr val="DF7D44"/>
              </a:solidFill>
            </a:endParaRPr>
          </a:p>
        </p:txBody>
      </p:sp>
      <p:sp>
        <p:nvSpPr>
          <p:cNvPr id="153" name="Google Shape;153;g3fb9ba7439b_0_9">
            <a:extLst xmlns:a="http://schemas.openxmlformats.org/drawingml/2006/main">
              <a:ext uri="{FF2B5EF4-FFF2-40B4-BE49-F238E27FC236}">
                <a16:creationId xmlns:a16="http://schemas.microsoft.com/office/drawing/2014/main" id="{1095B518-B27C-4B11-BB0D-8127440F35AB}"/>
              </a:ext>
            </a:extLst>
          </p:cNvPr>
          <p:cNvSpPr>
            <a:spLocks xmlns:a="http://schemas.openxmlformats.org/drawingml/2006/main" noGrp="1"/>
          </p:cNvSpPr>
          <p:nvPr/>
        </p:nvSpPr>
        <p:spPr>
          <a:xfrm xmlns:a="http://schemas.openxmlformats.org/drawingml/2006/main">
            <a:off x="3079925" y="1841625"/>
            <a:ext cx="9157800" cy="121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0" i="0" u="none" cap="none">
                <a:solidFill>
                  <a:srgbClr val="50331D"/>
                </a:solidFill>
                <a:latin typeface="Arial"/>
                <a:ea typeface="Arial"/>
                <a:cs typeface="Arial"/>
              </a:rPr>
              <a:t>When the boarding queue is long, passengers may find it difficult to judge when it is best to join. Without enough information to make that decision, they may join the queue too early, spending time on unnecessary queueing that could otherwise be used to rest or use nearby facilities.</a:t>
            </a:r>
            <a:endParaRPr sz="1700">
              <a:solidFill>
                <a:srgbClr val="50331D"/>
              </a:solidFill>
            </a:endParaRPr>
          </a:p>
        </p:txBody>
      </p:sp>
      <p:cxnSp>
        <p:nvCxnSpPr>
          <p:cNvPr id="214" name="Google Shape;154;g3fb9ba7439b_0_9"/>
          <p:cNvCxnSpPr/>
          <p:nvPr/>
        </p:nvCxnSpPr>
        <p:spPr>
          <a:xfrm xmlns:a="http://schemas.openxmlformats.org/drawingml/2006/main">
            <a:off x="650159" y="3223810"/>
            <a:ext cx="11703000" cy="0"/>
          </a:xfrm>
          <a:prstGeom xmlns:a="http://schemas.openxmlformats.org/drawingml/2006/main" prst="straightConnector1">
            <a:avLst/>
          </a:prstGeom>
          <a:ln xmlns:a="http://schemas.openxmlformats.org/drawingml/2006/main" w="22575" cap="flat">
            <a:solidFill>
              <a:srgbClr val="C78712"/>
            </a:solidFill>
            <a:prstDash val="solid"/>
            <a:round/>
            <a:headEnd type="none" w="sm" len="sm"/>
            <a:tailEnd type="none" w="sm" len="sm"/>
          </a:ln>
        </p:spPr>
      </p:cxnSp>
      <p:sp>
        <p:nvSpPr>
          <p:cNvPr id="155" name="Google Shape;155;g3fb9ba7439b_0_9">
            <a:extLst xmlns:a="http://schemas.openxmlformats.org/drawingml/2006/main">
              <a:ext uri="{FF2B5EF4-FFF2-40B4-BE49-F238E27FC236}">
                <a16:creationId xmlns:a16="http://schemas.microsoft.com/office/drawing/2014/main" id="{7DE95279-D4C3-4E6B-86ED-55BFEA5A626A}"/>
              </a:ext>
            </a:extLst>
          </p:cNvPr>
          <p:cNvSpPr>
            <a:spLocks xmlns:a="http://schemas.openxmlformats.org/drawingml/2006/main" noGrp="1"/>
          </p:cNvSpPr>
          <p:nvPr/>
        </p:nvSpPr>
        <p:spPr>
          <a:xfrm xmlns:a="http://schemas.openxmlformats.org/drawingml/2006/main">
            <a:off x="983366" y="3563797"/>
            <a:ext cx="4473900" cy="43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2100"/>
              <a:buFont typeface="Arial"/>
              <a:buNone/>
            </a:pPr>
            <a:r>
              <a:rPr sz="2100" b="1" i="0" u="none" cap="none">
                <a:solidFill>
                  <a:srgbClr val="DF7D44"/>
                </a:solidFill>
                <a:latin typeface="Arial"/>
                <a:ea typeface="Arial"/>
                <a:cs typeface="Arial"/>
              </a:rPr>
              <a:t>Passenger needs</a:t>
            </a:r>
            <a:endParaRPr sz="1700">
              <a:solidFill>
                <a:srgbClr val="DF7D44"/>
              </a:solidFill>
            </a:endParaRPr>
          </a:p>
        </p:txBody>
      </p:sp>
      <p:sp>
        <p:nvSpPr>
          <p:cNvPr id="156" name="Google Shape;156;g3fb9ba7439b_0_9">
            <a:extLst xmlns:a="http://schemas.openxmlformats.org/drawingml/2006/main">
              <a:ext uri="{FF2B5EF4-FFF2-40B4-BE49-F238E27FC236}">
                <a16:creationId xmlns:a16="http://schemas.microsoft.com/office/drawing/2014/main" id="{1D06FD47-CF84-4D28-A120-E80A37EE9686}"/>
              </a:ext>
            </a:extLst>
          </p:cNvPr>
          <p:cNvSpPr>
            <a:spLocks xmlns:a="http://schemas.openxmlformats.org/drawingml/2006/main" noGrp="1"/>
          </p:cNvSpPr>
          <p:nvPr/>
        </p:nvSpPr>
        <p:spPr>
          <a:xfrm xmlns:a="http://schemas.openxmlformats.org/drawingml/2006/main">
            <a:off x="6977028" y="3563797"/>
            <a:ext cx="4778700" cy="43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2100"/>
              <a:buFont typeface="Arial"/>
              <a:buNone/>
            </a:pPr>
            <a:r>
              <a:rPr sz="2100" b="1">
                <a:solidFill>
                  <a:srgbClr val="DF7D44"/>
                </a:solidFill>
              </a:rPr>
              <a:t>Design requirements</a:t>
            </a:r>
            <a:endParaRPr sz="2100" b="1">
              <a:solidFill>
                <a:srgbClr val="DF7D44"/>
              </a:solidFill>
            </a:endParaRPr>
          </a:p>
        </p:txBody>
      </p:sp>
      <p:sp>
        <p:nvSpPr>
          <p:cNvPr id="157" name="Google Shape;157;g3fb9ba7439b_0_9">
            <a:extLst xmlns:a="http://schemas.openxmlformats.org/drawingml/2006/main">
              <a:ext uri="{FF2B5EF4-FFF2-40B4-BE49-F238E27FC236}">
                <a16:creationId xmlns:a16="http://schemas.microsoft.com/office/drawing/2014/main" id="{6C7577B6-A60C-4826-8668-03A101E2FA71}"/>
              </a:ext>
            </a:extLst>
          </p:cNvPr>
          <p:cNvSpPr>
            <a:spLocks xmlns:a="http://schemas.openxmlformats.org/drawingml/2006/main" noGrp="1"/>
          </p:cNvSpPr>
          <p:nvPr/>
        </p:nvSpPr>
        <p:spPr>
          <a:xfrm xmlns:a="http://schemas.openxmlformats.org/drawingml/2006/main">
            <a:off x="650159" y="4192360"/>
            <a:ext cx="11703000" cy="1191900"/>
          </a:xfrm>
          <a:prstGeom xmlns:a="http://schemas.openxmlformats.org/drawingml/2006/main" prst="rect">
            <a:avLst/>
          </a:prstGeom>
          <a:solidFill xmlns:a="http://schemas.openxmlformats.org/drawingml/2006/main">
            <a:srgbClr val="FCE8D3"/>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Calibri"/>
              <a:buNone/>
            </a:pPr>
            <a:r>
              <a:t/>
            </a:r>
            <a:endParaRPr sz="2100" b="0" i="0" u="none" cap="none">
              <a:solidFill>
                <a:srgbClr val="000000"/>
              </a:solidFill>
              <a:latin typeface="Calibri"/>
              <a:ea typeface="Calibri"/>
              <a:cs typeface="Calibri"/>
            </a:endParaRPr>
          </a:p>
        </p:txBody>
      </p:sp>
      <p:sp>
        <p:nvSpPr>
          <p:cNvPr id="158" name="Google Shape;158;g3fb9ba7439b_0_9">
            <a:extLst xmlns:a="http://schemas.openxmlformats.org/drawingml/2006/main">
              <a:ext uri="{FF2B5EF4-FFF2-40B4-BE49-F238E27FC236}">
                <a16:creationId xmlns:a16="http://schemas.microsoft.com/office/drawing/2014/main" id="{F95C1C51-3D03-4F50-A4F4-D2ED3C61A762}"/>
              </a:ext>
            </a:extLst>
          </p:cNvPr>
          <p:cNvSpPr>
            <a:spLocks xmlns:a="http://schemas.openxmlformats.org/drawingml/2006/main" noGrp="1"/>
          </p:cNvSpPr>
          <p:nvPr/>
        </p:nvSpPr>
        <p:spPr>
          <a:xfrm xmlns:a="http://schemas.openxmlformats.org/drawingml/2006/main">
            <a:off x="983366" y="4347307"/>
            <a:ext cx="390000" cy="3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1300"/>
              <a:buFont typeface="Arial"/>
              <a:buNone/>
            </a:pPr>
            <a:r>
              <a:rPr sz="1300" b="1" i="0" u="none" cap="none">
                <a:solidFill>
                  <a:srgbClr val="ED5E32"/>
                </a:solidFill>
                <a:latin typeface="Arial"/>
                <a:ea typeface="Arial"/>
                <a:cs typeface="Arial"/>
              </a:rPr>
              <a:t>01</a:t>
            </a:r>
            <a:endParaRPr sz="1700">
              <a:solidFill>
                <a:srgbClr val="ED5E32"/>
              </a:solidFill>
            </a:endParaRPr>
          </a:p>
        </p:txBody>
      </p:sp>
      <p:sp>
        <p:nvSpPr>
          <p:cNvPr id="159" name="Google Shape;159;g3fb9ba7439b_0_9">
            <a:extLst xmlns:a="http://schemas.openxmlformats.org/drawingml/2006/main">
              <a:ext uri="{FF2B5EF4-FFF2-40B4-BE49-F238E27FC236}">
                <a16:creationId xmlns:a16="http://schemas.microsoft.com/office/drawing/2014/main" id="{B6D99EA9-4799-400A-839A-267AAFB5771C}"/>
              </a:ext>
            </a:extLst>
          </p:cNvPr>
          <p:cNvSpPr>
            <a:spLocks xmlns:a="http://schemas.openxmlformats.org/drawingml/2006/main" noGrp="1"/>
          </p:cNvSpPr>
          <p:nvPr/>
        </p:nvSpPr>
        <p:spPr>
          <a:xfrm xmlns:a="http://schemas.openxmlformats.org/drawingml/2006/main">
            <a:off x="1552250" y="4289800"/>
            <a:ext cx="51903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Know when it is appropriate to join the queue</a:t>
            </a:r>
            <a:endParaRPr sz="1700">
              <a:solidFill>
                <a:srgbClr val="50331D"/>
              </a:solidFill>
            </a:endParaRPr>
          </a:p>
        </p:txBody>
      </p:sp>
      <p:sp>
        <p:nvSpPr>
          <p:cNvPr id="160" name="Google Shape;160;g3fb9ba7439b_0_9">
            <a:extLst xmlns:a="http://schemas.openxmlformats.org/drawingml/2006/main">
              <a:ext uri="{FF2B5EF4-FFF2-40B4-BE49-F238E27FC236}">
                <a16:creationId xmlns:a16="http://schemas.microsoft.com/office/drawing/2014/main" id="{3F623258-1812-458C-9FAD-F5CE850E0D5C}"/>
              </a:ext>
            </a:extLst>
          </p:cNvPr>
          <p:cNvSpPr>
            <a:spLocks xmlns:a="http://schemas.openxmlformats.org/drawingml/2006/main" noGrp="1"/>
          </p:cNvSpPr>
          <p:nvPr/>
        </p:nvSpPr>
        <p:spPr>
          <a:xfrm xmlns:a="http://schemas.openxmlformats.org/drawingml/2006/main">
            <a:off x="1552256" y="4794274"/>
            <a:ext cx="42708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Passengers need to identify a suitable time to join so they can avoid unnecessary queueing.</a:t>
            </a:r>
            <a:endParaRPr sz="1700"/>
          </a:p>
        </p:txBody>
      </p:sp>
      <p:sp>
        <p:nvSpPr>
          <p:cNvPr id="161" name="Google Shape;161;g3fb9ba7439b_0_9">
            <a:extLst xmlns:a="http://schemas.openxmlformats.org/drawingml/2006/main">
              <a:ext uri="{FF2B5EF4-FFF2-40B4-BE49-F238E27FC236}">
                <a16:creationId xmlns:a16="http://schemas.microsoft.com/office/drawing/2014/main" id="{BEBB8B4D-B892-43F9-A654-8349329C9E29}"/>
              </a:ext>
            </a:extLst>
          </p:cNvPr>
          <p:cNvSpPr>
            <a:spLocks xmlns:a="http://schemas.openxmlformats.org/drawingml/2006/main" noGrp="1"/>
          </p:cNvSpPr>
          <p:nvPr/>
        </p:nvSpPr>
        <p:spPr>
          <a:xfrm xmlns:a="http://schemas.openxmlformats.org/drawingml/2006/main">
            <a:off x="6977028" y="4289796"/>
            <a:ext cx="46773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Help passengers decide when to join</a:t>
            </a:r>
            <a:endParaRPr sz="1700">
              <a:solidFill>
                <a:srgbClr val="50331D"/>
              </a:solidFill>
            </a:endParaRPr>
          </a:p>
        </p:txBody>
      </p:sp>
      <p:sp>
        <p:nvSpPr>
          <p:cNvPr id="162" name="Google Shape;162;g3fb9ba7439b_0_9">
            <a:extLst xmlns:a="http://schemas.openxmlformats.org/drawingml/2006/main">
              <a:ext uri="{FF2B5EF4-FFF2-40B4-BE49-F238E27FC236}">
                <a16:creationId xmlns:a16="http://schemas.microsoft.com/office/drawing/2014/main" id="{A944D5C1-970D-42B6-AB3F-3F5AAC5A4E50}"/>
              </a:ext>
            </a:extLst>
          </p:cNvPr>
          <p:cNvSpPr>
            <a:spLocks xmlns:a="http://schemas.openxmlformats.org/drawingml/2006/main" noGrp="1"/>
          </p:cNvSpPr>
          <p:nvPr/>
        </p:nvSpPr>
        <p:spPr>
          <a:xfrm xmlns:a="http://schemas.openxmlformats.org/drawingml/2006/main">
            <a:off x="6977028" y="4794274"/>
            <a:ext cx="46773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The concept should provide enough information to support better timing decisions.</a:t>
            </a:r>
            <a:endParaRPr sz="1700"/>
          </a:p>
        </p:txBody>
      </p:sp>
      <p:cxnSp>
        <p:nvCxnSpPr>
          <p:cNvPr id="223" name="Google Shape;163;g3fb9ba7439b_0_9"/>
          <p:cNvCxnSpPr/>
          <p:nvPr/>
        </p:nvCxnSpPr>
        <p:spPr>
          <a:xfrm xmlns:a="http://schemas.openxmlformats.org/drawingml/2006/main">
            <a:off x="650159" y="5411360"/>
            <a:ext cx="11703000" cy="0"/>
          </a:xfrm>
          <a:prstGeom xmlns:a="http://schemas.openxmlformats.org/drawingml/2006/main" prst="straightConnector1">
            <a:avLst/>
          </a:prstGeom>
          <a:ln xmlns:a="http://schemas.openxmlformats.org/drawingml/2006/main" w="11275" cap="flat">
            <a:solidFill>
              <a:srgbClr val="D7E1E3"/>
            </a:solidFill>
            <a:prstDash val="solid"/>
            <a:round/>
            <a:headEnd type="none" w="sm" len="sm"/>
            <a:tailEnd type="none" w="sm" len="sm"/>
          </a:ln>
        </p:spPr>
      </p:cxnSp>
      <p:sp>
        <p:nvSpPr>
          <p:cNvPr id="164" name="Google Shape;164;g3fb9ba7439b_0_9">
            <a:extLst xmlns:a="http://schemas.openxmlformats.org/drawingml/2006/main">
              <a:ext uri="{FF2B5EF4-FFF2-40B4-BE49-F238E27FC236}">
                <a16:creationId xmlns:a16="http://schemas.microsoft.com/office/drawing/2014/main" id="{39C84BD6-A42D-4ACA-B6E7-EA5813D6404E}"/>
              </a:ext>
            </a:extLst>
          </p:cNvPr>
          <p:cNvSpPr>
            <a:spLocks xmlns:a="http://schemas.openxmlformats.org/drawingml/2006/main" noGrp="1"/>
          </p:cNvSpPr>
          <p:nvPr/>
        </p:nvSpPr>
        <p:spPr>
          <a:xfrm xmlns:a="http://schemas.openxmlformats.org/drawingml/2006/main">
            <a:off x="983366" y="5579852"/>
            <a:ext cx="390000" cy="3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1300"/>
              <a:buFont typeface="Arial"/>
              <a:buNone/>
            </a:pPr>
            <a:r>
              <a:rPr sz="1300" b="1" i="0" u="none" cap="none">
                <a:solidFill>
                  <a:srgbClr val="ED5E32"/>
                </a:solidFill>
                <a:latin typeface="Arial"/>
                <a:ea typeface="Arial"/>
                <a:cs typeface="Arial"/>
              </a:rPr>
              <a:t>02</a:t>
            </a:r>
            <a:endParaRPr sz="1700">
              <a:solidFill>
                <a:srgbClr val="ED5E32"/>
              </a:solidFill>
            </a:endParaRPr>
          </a:p>
        </p:txBody>
      </p:sp>
      <p:sp>
        <p:nvSpPr>
          <p:cNvPr id="165" name="Google Shape;165;g3fb9ba7439b_0_9">
            <a:extLst xmlns:a="http://schemas.openxmlformats.org/drawingml/2006/main">
              <a:ext uri="{FF2B5EF4-FFF2-40B4-BE49-F238E27FC236}">
                <a16:creationId xmlns:a16="http://schemas.microsoft.com/office/drawing/2014/main" id="{186D42B3-ADBB-42CA-9EA4-6369366294FD}"/>
              </a:ext>
            </a:extLst>
          </p:cNvPr>
          <p:cNvSpPr>
            <a:spLocks xmlns:a="http://schemas.openxmlformats.org/drawingml/2006/main" noGrp="1"/>
          </p:cNvSpPr>
          <p:nvPr/>
        </p:nvSpPr>
        <p:spPr>
          <a:xfrm xmlns:a="http://schemas.openxmlformats.org/drawingml/2006/main">
            <a:off x="1552249" y="5522350"/>
            <a:ext cx="49491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142B40"/>
                </a:solidFill>
                <a:latin typeface="Arial"/>
                <a:ea typeface="Arial"/>
                <a:cs typeface="Arial"/>
              </a:rPr>
              <a:t>Understand the current queue situation</a:t>
            </a:r>
            <a:endParaRPr sz="1700"/>
          </a:p>
        </p:txBody>
      </p:sp>
      <p:sp>
        <p:nvSpPr>
          <p:cNvPr id="166" name="Google Shape;166;g3fb9ba7439b_0_9">
            <a:extLst xmlns:a="http://schemas.openxmlformats.org/drawingml/2006/main">
              <a:ext uri="{FF2B5EF4-FFF2-40B4-BE49-F238E27FC236}">
                <a16:creationId xmlns:a16="http://schemas.microsoft.com/office/drawing/2014/main" id="{52CCC919-7D05-4CCA-8B9A-C7E2D06B0494}"/>
              </a:ext>
            </a:extLst>
          </p:cNvPr>
          <p:cNvSpPr>
            <a:spLocks xmlns:a="http://schemas.openxmlformats.org/drawingml/2006/main" noGrp="1"/>
          </p:cNvSpPr>
          <p:nvPr/>
        </p:nvSpPr>
        <p:spPr>
          <a:xfrm xmlns:a="http://schemas.openxmlformats.org/drawingml/2006/main">
            <a:off x="1552256" y="6026818"/>
            <a:ext cx="42708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Passengers need to know how crowded the queue is and how boarding is progressing.</a:t>
            </a:r>
            <a:endParaRPr sz="1700"/>
          </a:p>
        </p:txBody>
      </p:sp>
      <p:sp>
        <p:nvSpPr>
          <p:cNvPr id="167" name="Google Shape;167;g3fb9ba7439b_0_9">
            <a:extLst xmlns:a="http://schemas.openxmlformats.org/drawingml/2006/main">
              <a:ext uri="{FF2B5EF4-FFF2-40B4-BE49-F238E27FC236}">
                <a16:creationId xmlns:a16="http://schemas.microsoft.com/office/drawing/2014/main" id="{8CCA2792-62B2-4237-B0BB-1C06BE1E16C6}"/>
              </a:ext>
            </a:extLst>
          </p:cNvPr>
          <p:cNvSpPr>
            <a:spLocks xmlns:a="http://schemas.openxmlformats.org/drawingml/2006/main" noGrp="1"/>
          </p:cNvSpPr>
          <p:nvPr/>
        </p:nvSpPr>
        <p:spPr>
          <a:xfrm xmlns:a="http://schemas.openxmlformats.org/drawingml/2006/main">
            <a:off x="6977024" y="5522349"/>
            <a:ext cx="54684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Provide clear, up-to-date queue information</a:t>
            </a:r>
            <a:endParaRPr sz="1700">
              <a:solidFill>
                <a:srgbClr val="50331D"/>
              </a:solidFill>
            </a:endParaRPr>
          </a:p>
        </p:txBody>
      </p:sp>
      <p:sp>
        <p:nvSpPr>
          <p:cNvPr id="168" name="Google Shape;168;g3fb9ba7439b_0_9">
            <a:extLst xmlns:a="http://schemas.openxmlformats.org/drawingml/2006/main">
              <a:ext uri="{FF2B5EF4-FFF2-40B4-BE49-F238E27FC236}">
                <a16:creationId xmlns:a16="http://schemas.microsoft.com/office/drawing/2014/main" id="{935B6D41-FCDB-4277-B10D-E7D3DCC62D50}"/>
              </a:ext>
            </a:extLst>
          </p:cNvPr>
          <p:cNvSpPr>
            <a:spLocks xmlns:a="http://schemas.openxmlformats.org/drawingml/2006/main" noGrp="1"/>
          </p:cNvSpPr>
          <p:nvPr/>
        </p:nvSpPr>
        <p:spPr>
          <a:xfrm xmlns:a="http://schemas.openxmlformats.org/drawingml/2006/main">
            <a:off x="6977028" y="6026818"/>
            <a:ext cx="46773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The concept should make the current queue situation easy to understand.</a:t>
            </a:r>
            <a:endParaRPr sz="1700"/>
          </a:p>
        </p:txBody>
      </p:sp>
      <p:cxnSp>
        <p:nvCxnSpPr>
          <p:cNvPr id="229" name="Google Shape;169;g3fb9ba7439b_0_9"/>
          <p:cNvCxnSpPr/>
          <p:nvPr/>
        </p:nvCxnSpPr>
        <p:spPr>
          <a:xfrm xmlns:a="http://schemas.openxmlformats.org/drawingml/2006/main">
            <a:off x="650159" y="6643905"/>
            <a:ext cx="11703000" cy="0"/>
          </a:xfrm>
          <a:prstGeom xmlns:a="http://schemas.openxmlformats.org/drawingml/2006/main" prst="straightConnector1">
            <a:avLst/>
          </a:prstGeom>
          <a:ln xmlns:a="http://schemas.openxmlformats.org/drawingml/2006/main" w="11275" cap="flat">
            <a:solidFill>
              <a:srgbClr val="D7E1E3"/>
            </a:solidFill>
            <a:prstDash val="solid"/>
            <a:round/>
            <a:headEnd type="none" w="sm" len="sm"/>
            <a:tailEnd type="none" w="sm" len="sm"/>
          </a:ln>
        </p:spPr>
      </p:cxnSp>
      <p:sp>
        <p:nvSpPr>
          <p:cNvPr id="170" name="Google Shape;170;g3fb9ba7439b_0_9">
            <a:extLst xmlns:a="http://schemas.openxmlformats.org/drawingml/2006/main">
              <a:ext uri="{FF2B5EF4-FFF2-40B4-BE49-F238E27FC236}">
                <a16:creationId xmlns:a16="http://schemas.microsoft.com/office/drawing/2014/main" id="{A738BB28-3FE5-48C6-9DF7-84A113B14FA4}"/>
              </a:ext>
            </a:extLst>
          </p:cNvPr>
          <p:cNvSpPr>
            <a:spLocks xmlns:a="http://schemas.openxmlformats.org/drawingml/2006/main" noGrp="1"/>
          </p:cNvSpPr>
          <p:nvPr/>
        </p:nvSpPr>
        <p:spPr>
          <a:xfrm xmlns:a="http://schemas.openxmlformats.org/drawingml/2006/main">
            <a:off x="650159" y="6657449"/>
            <a:ext cx="11703000" cy="1191900"/>
          </a:xfrm>
          <a:prstGeom xmlns:a="http://schemas.openxmlformats.org/drawingml/2006/main" prst="rect">
            <a:avLst/>
          </a:prstGeom>
          <a:solidFill xmlns:a="http://schemas.openxmlformats.org/drawingml/2006/main">
            <a:srgbClr val="FCE8D3"/>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Calibri"/>
              <a:buNone/>
            </a:pPr>
            <a:r>
              <a:t/>
            </a:r>
            <a:endParaRPr sz="2100" b="0" i="0" u="none" cap="none">
              <a:solidFill>
                <a:srgbClr val="000000"/>
              </a:solidFill>
              <a:latin typeface="Calibri"/>
              <a:ea typeface="Calibri"/>
              <a:cs typeface="Calibri"/>
            </a:endParaRPr>
          </a:p>
        </p:txBody>
      </p:sp>
      <p:sp>
        <p:nvSpPr>
          <p:cNvPr id="171" name="Google Shape;171;g3fb9ba7439b_0_9">
            <a:extLst xmlns:a="http://schemas.openxmlformats.org/drawingml/2006/main">
              <a:ext uri="{FF2B5EF4-FFF2-40B4-BE49-F238E27FC236}">
                <a16:creationId xmlns:a16="http://schemas.microsoft.com/office/drawing/2014/main" id="{364F262C-C76D-4CF3-9E95-2AB7A0EE9D1D}"/>
              </a:ext>
            </a:extLst>
          </p:cNvPr>
          <p:cNvSpPr>
            <a:spLocks xmlns:a="http://schemas.openxmlformats.org/drawingml/2006/main" noGrp="1"/>
          </p:cNvSpPr>
          <p:nvPr/>
        </p:nvSpPr>
        <p:spPr>
          <a:xfrm xmlns:a="http://schemas.openxmlformats.org/drawingml/2006/main">
            <a:off x="983366" y="6812396"/>
            <a:ext cx="390000" cy="3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1300"/>
              <a:buFont typeface="Arial"/>
              <a:buNone/>
            </a:pPr>
            <a:r>
              <a:rPr sz="1300" b="1" i="0" u="none" cap="none">
                <a:solidFill>
                  <a:srgbClr val="ED5E32"/>
                </a:solidFill>
                <a:latin typeface="Arial"/>
                <a:ea typeface="Arial"/>
                <a:cs typeface="Arial"/>
              </a:rPr>
              <a:t>03</a:t>
            </a:r>
            <a:endParaRPr sz="1700">
              <a:solidFill>
                <a:srgbClr val="ED5E32"/>
              </a:solidFill>
            </a:endParaRPr>
          </a:p>
        </p:txBody>
      </p:sp>
      <p:sp>
        <p:nvSpPr>
          <p:cNvPr id="172" name="Google Shape;172;g3fb9ba7439b_0_9">
            <a:extLst xmlns:a="http://schemas.openxmlformats.org/drawingml/2006/main">
              <a:ext uri="{FF2B5EF4-FFF2-40B4-BE49-F238E27FC236}">
                <a16:creationId xmlns:a16="http://schemas.microsoft.com/office/drawing/2014/main" id="{D0F8DAEC-0AE1-4EC9-977B-3990ECBD167A}"/>
              </a:ext>
            </a:extLst>
          </p:cNvPr>
          <p:cNvSpPr>
            <a:spLocks xmlns:a="http://schemas.openxmlformats.org/drawingml/2006/main" noGrp="1"/>
          </p:cNvSpPr>
          <p:nvPr/>
        </p:nvSpPr>
        <p:spPr>
          <a:xfrm xmlns:a="http://schemas.openxmlformats.org/drawingml/2006/main">
            <a:off x="1552249" y="6754875"/>
            <a:ext cx="49491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Know whether they can step away briefly</a:t>
            </a:r>
            <a:endParaRPr sz="1700">
              <a:solidFill>
                <a:srgbClr val="50331D"/>
              </a:solidFill>
            </a:endParaRPr>
          </a:p>
        </p:txBody>
      </p:sp>
      <p:sp>
        <p:nvSpPr>
          <p:cNvPr id="173" name="Google Shape;173;g3fb9ba7439b_0_9">
            <a:extLst xmlns:a="http://schemas.openxmlformats.org/drawingml/2006/main">
              <a:ext uri="{FF2B5EF4-FFF2-40B4-BE49-F238E27FC236}">
                <a16:creationId xmlns:a16="http://schemas.microsoft.com/office/drawing/2014/main" id="{A4AEBC5B-C140-43A4-B29C-4BE7B91CBB26}"/>
              </a:ext>
            </a:extLst>
          </p:cNvPr>
          <p:cNvSpPr>
            <a:spLocks xmlns:a="http://schemas.openxmlformats.org/drawingml/2006/main" noGrp="1"/>
          </p:cNvSpPr>
          <p:nvPr/>
        </p:nvSpPr>
        <p:spPr>
          <a:xfrm xmlns:a="http://schemas.openxmlformats.org/drawingml/2006/main">
            <a:off x="1552250" y="7259376"/>
            <a:ext cx="44739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Passengers want to know whether they have enough time to remain seated, use nearby facilities, or visit a shop.</a:t>
            </a:r>
            <a:endParaRPr sz="1700"/>
          </a:p>
        </p:txBody>
      </p:sp>
      <p:sp>
        <p:nvSpPr>
          <p:cNvPr id="174" name="Google Shape;174;g3fb9ba7439b_0_9">
            <a:extLst xmlns:a="http://schemas.openxmlformats.org/drawingml/2006/main">
              <a:ext uri="{FF2B5EF4-FFF2-40B4-BE49-F238E27FC236}">
                <a16:creationId xmlns:a16="http://schemas.microsoft.com/office/drawing/2014/main" id="{88FD2478-412A-4BAD-8511-555150C2900A}"/>
              </a:ext>
            </a:extLst>
          </p:cNvPr>
          <p:cNvSpPr>
            <a:spLocks xmlns:a="http://schemas.openxmlformats.org/drawingml/2006/main" noGrp="1"/>
          </p:cNvSpPr>
          <p:nvPr/>
        </p:nvSpPr>
        <p:spPr>
          <a:xfrm xmlns:a="http://schemas.openxmlformats.org/drawingml/2006/main">
            <a:off x="6977028" y="6754885"/>
            <a:ext cx="46773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Support confident waiting</a:t>
            </a:r>
            <a:endParaRPr sz="1700">
              <a:solidFill>
                <a:srgbClr val="50331D"/>
              </a:solidFill>
            </a:endParaRPr>
          </a:p>
        </p:txBody>
      </p:sp>
      <p:sp>
        <p:nvSpPr>
          <p:cNvPr id="175" name="Google Shape;175;g3fb9ba7439b_0_9">
            <a:extLst xmlns:a="http://schemas.openxmlformats.org/drawingml/2006/main">
              <a:ext uri="{FF2B5EF4-FFF2-40B4-BE49-F238E27FC236}">
                <a16:creationId xmlns:a16="http://schemas.microsoft.com/office/drawing/2014/main" id="{AEBE0B06-6DA5-4ACA-8B16-EB9BAA8FF6B9}"/>
              </a:ext>
            </a:extLst>
          </p:cNvPr>
          <p:cNvSpPr>
            <a:spLocks xmlns:a="http://schemas.openxmlformats.org/drawingml/2006/main" noGrp="1"/>
          </p:cNvSpPr>
          <p:nvPr/>
        </p:nvSpPr>
        <p:spPr>
          <a:xfrm xmlns:a="http://schemas.openxmlformats.org/drawingml/2006/main">
            <a:off x="6977028" y="7259363"/>
            <a:ext cx="46773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The concept should give passengers enough confidence to decide whether they can briefly leave the gate area.</a:t>
            </a:r>
            <a:endParaRPr sz="1700"/>
          </a:p>
        </p:txBody>
      </p:sp>
      <p:cxnSp>
        <p:nvCxnSpPr>
          <p:cNvPr id="236" name="Google Shape;176;g3fb9ba7439b_0_9"/>
          <p:cNvCxnSpPr/>
          <p:nvPr/>
        </p:nvCxnSpPr>
        <p:spPr>
          <a:xfrm xmlns:a="http://schemas.openxmlformats.org/drawingml/2006/main">
            <a:off x="650159" y="7876449"/>
            <a:ext cx="11703000" cy="0"/>
          </a:xfrm>
          <a:prstGeom xmlns:a="http://schemas.openxmlformats.org/drawingml/2006/main" prst="straightConnector1">
            <a:avLst/>
          </a:prstGeom>
          <a:ln xmlns:a="http://schemas.openxmlformats.org/drawingml/2006/main" w="11275" cap="flat">
            <a:solidFill>
              <a:srgbClr val="D7E1E3"/>
            </a:solidFill>
            <a:prstDash val="solid"/>
            <a:round/>
            <a:headEnd type="none" w="sm" len="sm"/>
            <a:tailEnd type="none" w="sm" len="sm"/>
          </a:ln>
        </p:spPr>
      </p:cxnSp>
      <p:sp>
        <p:nvSpPr>
          <p:cNvPr id="177" name="Google Shape;177;g3fb9ba7439b_0_9">
            <a:extLst xmlns:a="http://schemas.openxmlformats.org/drawingml/2006/main">
              <a:ext uri="{FF2B5EF4-FFF2-40B4-BE49-F238E27FC236}">
                <a16:creationId xmlns:a16="http://schemas.microsoft.com/office/drawing/2014/main" id="{1224ACE6-C1FD-4F7E-BCF2-C2212E24F139}"/>
              </a:ext>
            </a:extLst>
          </p:cNvPr>
          <p:cNvSpPr>
            <a:spLocks xmlns:a="http://schemas.openxmlformats.org/drawingml/2006/main" noGrp="1"/>
          </p:cNvSpPr>
          <p:nvPr/>
        </p:nvSpPr>
        <p:spPr>
          <a:xfrm xmlns:a="http://schemas.openxmlformats.org/drawingml/2006/main">
            <a:off x="650160" y="8600722"/>
            <a:ext cx="11703000" cy="731700"/>
          </a:xfrm>
          <a:prstGeom xmlns:a="http://schemas.openxmlformats.org/drawingml/2006/main" prst="rect">
            <a:avLst/>
          </a:prstGeom>
          <a:solidFill xmlns:a="http://schemas.openxmlformats.org/drawingml/2006/main">
            <a:srgbClr val="DA6E2E"/>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Calibri"/>
              <a:buNone/>
            </a:pPr>
            <a:r>
              <a:t/>
            </a:r>
            <a:endParaRPr sz="2100" b="0" i="0" u="none" cap="none">
              <a:solidFill>
                <a:srgbClr val="000000"/>
              </a:solidFill>
              <a:latin typeface="Calibri"/>
              <a:ea typeface="Calibri"/>
              <a:cs typeface="Calibri"/>
            </a:endParaRPr>
          </a:p>
        </p:txBody>
      </p:sp>
      <p:sp>
        <p:nvSpPr>
          <p:cNvPr id="178" name="Google Shape;178;g3fb9ba7439b_0_9">
            <a:extLst xmlns:a="http://schemas.openxmlformats.org/drawingml/2006/main">
              <a:ext uri="{FF2B5EF4-FFF2-40B4-BE49-F238E27FC236}">
                <a16:creationId xmlns:a16="http://schemas.microsoft.com/office/drawing/2014/main" id="{F6422410-21A8-4DFA-920E-271FB187D8E0}"/>
              </a:ext>
            </a:extLst>
          </p:cNvPr>
          <p:cNvSpPr>
            <a:spLocks xmlns:a="http://schemas.openxmlformats.org/drawingml/2006/main" noGrp="1"/>
          </p:cNvSpPr>
          <p:nvPr/>
        </p:nvSpPr>
        <p:spPr>
          <a:xfrm xmlns:a="http://schemas.openxmlformats.org/drawingml/2006/main">
            <a:off x="942725" y="8813775"/>
            <a:ext cx="2252100" cy="2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200" b="1" i="0" u="none" cap="none">
                <a:solidFill>
                  <a:srgbClr val="FFFFFF"/>
                </a:solidFill>
                <a:latin typeface="Arial"/>
                <a:ea typeface="Arial"/>
                <a:cs typeface="Arial"/>
              </a:rPr>
              <a:t>GATE-AGENT CONSTRAINT</a:t>
            </a:r>
            <a:endParaRPr sz="1800"/>
          </a:p>
        </p:txBody>
      </p:sp>
      <p:sp>
        <p:nvSpPr>
          <p:cNvPr id="179" name="Google Shape;179;g3fb9ba7439b_0_9">
            <a:extLst xmlns:a="http://schemas.openxmlformats.org/drawingml/2006/main">
              <a:ext uri="{FF2B5EF4-FFF2-40B4-BE49-F238E27FC236}">
                <a16:creationId xmlns:a16="http://schemas.microsoft.com/office/drawing/2014/main" id="{60612897-8D3F-4346-AF54-41B909953EE4}"/>
              </a:ext>
            </a:extLst>
          </p:cNvPr>
          <p:cNvSpPr>
            <a:spLocks xmlns:a="http://schemas.openxmlformats.org/drawingml/2006/main" noGrp="1"/>
          </p:cNvSpPr>
          <p:nvPr/>
        </p:nvSpPr>
        <p:spPr>
          <a:xfrm xmlns:a="http://schemas.openxmlformats.org/drawingml/2006/main">
            <a:off x="3279243" y="8756259"/>
            <a:ext cx="8537400" cy="34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The solution should provide passenger guidance without increasing gate agents’ manual workload.</a:t>
            </a:r>
            <a:endParaRPr sz="1700"/>
          </a:p>
        </p:txBody>
      </p:sp>
      <p:cxnSp>
        <p:nvCxnSpPr>
          <p:cNvPr id="240" name="Google Shape;180;g3fb9ba7439b_0_9"/>
          <p:cNvCxnSpPr/>
          <p:nvPr/>
        </p:nvCxnSpPr>
        <p:spPr>
          <a:xfrm xmlns:a="http://schemas.openxmlformats.org/drawingml/2006/main">
            <a:off x="639984" y="1592985"/>
            <a:ext cx="11703000" cy="0"/>
          </a:xfrm>
          <a:prstGeom xmlns:a="http://schemas.openxmlformats.org/drawingml/2006/main" prst="straightConnector1">
            <a:avLst/>
          </a:prstGeom>
          <a:ln xmlns:a="http://schemas.openxmlformats.org/drawingml/2006/main" w="22575" cap="flat">
            <a:solidFill>
              <a:srgbClr val="C78712"/>
            </a:solidFill>
            <a:prstDash val="solid"/>
            <a:round/>
            <a:headEnd type="none" w="sm" len="sm"/>
            <a:tailEnd type="none" w="sm" len="sm"/>
          </a:ln>
        </p:spPr>
      </p:cxnSp>
    </p:spTree>
    <p:extLst>
      <p:ext uri="{BB962C8B-B14F-4D97-AF65-F5344CB8AC3E}">
        <p14:creationId xmlns:p14="http://schemas.microsoft.com/office/powerpoint/2010/main" val="7045889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 name="Google Shape;186;h713b34333cad98a0_2_0">
            <a:extLst xmlns:a="http://schemas.openxmlformats.org/drawingml/2006/main">
              <a:ext uri="{FF2B5EF4-FFF2-40B4-BE49-F238E27FC236}">
                <a16:creationId xmlns:a16="http://schemas.microsoft.com/office/drawing/2014/main" id="{357FE2DB-D63E-4E24-ABBD-0A9F343CE0A7}"/>
              </a:ext>
            </a:extLst>
          </p:cNvPr>
          <p:cNvSpPr>
            <a:spLocks xmlns:a="http://schemas.openxmlformats.org/drawingml/2006/main" noGrp="1"/>
          </p:cNvSpPr>
          <p:nvPr/>
        </p:nvSpPr>
        <p:spPr>
          <a:xfrm xmlns:a="http://schemas.openxmlformats.org/drawingml/2006/main">
            <a:off x="650160" y="595956"/>
            <a:ext cx="11580975" cy="8803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4300" b="1">
                <a:solidFill>
                  <a:srgbClr val="4A2B16"/>
                </a:solidFill>
                <a:latin typeface="Arial"/>
                <a:ea typeface="Arial"/>
                <a:cs typeface="Arial"/>
              </a:rPr>
              <a:t>Smart Queue Window</a:t>
            </a:r>
            <a:endParaRPr sz="1700"/>
          </a:p>
        </p:txBody>
      </p:sp>
      <p:sp>
        <p:nvSpPr>
          <p:cNvPr id="187" name="Google Shape;187;h713b34333cad98a0_2_0">
            <a:extLst xmlns:a="http://schemas.openxmlformats.org/drawingml/2006/main">
              <a:ext uri="{FF2B5EF4-FFF2-40B4-BE49-F238E27FC236}">
                <a16:creationId xmlns:a16="http://schemas.microsoft.com/office/drawing/2014/main" id="{B9D4A326-F8F2-45A3-9F1A-90E6512B5B94}"/>
              </a:ext>
            </a:extLst>
          </p:cNvPr>
          <p:cNvSpPr>
            <a:spLocks xmlns:a="http://schemas.openxmlformats.org/drawingml/2006/main" noGrp="1"/>
          </p:cNvSpPr>
          <p:nvPr/>
        </p:nvSpPr>
        <p:spPr>
          <a:xfrm xmlns:a="http://schemas.openxmlformats.org/drawingml/2006/main">
            <a:off x="650160" y="1652422"/>
            <a:ext cx="11580975" cy="568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0">
                <a:solidFill>
                  <a:srgbClr val="765B49"/>
                </a:solidFill>
                <a:latin typeface="Arial"/>
                <a:ea typeface="Arial"/>
                <a:cs typeface="Arial"/>
              </a:rPr>
              <a:t>Live boarding queue information for economy-class passengers</a:t>
            </a:r>
            <a:endParaRPr sz="1700"/>
          </a:p>
        </p:txBody>
      </p:sp>
      <p:sp>
        <p:nvSpPr>
          <p:cNvPr id="188" name="Google Shape;188;h713b34333cad98a0_2_0">
            <a:extLst xmlns:a="http://schemas.openxmlformats.org/drawingml/2006/main">
              <a:ext uri="{FF2B5EF4-FFF2-40B4-BE49-F238E27FC236}">
                <a16:creationId xmlns:a16="http://schemas.microsoft.com/office/drawing/2014/main" id="{E9A629FF-E6F4-4018-BF1D-D62742C77DBD}"/>
              </a:ext>
            </a:extLst>
          </p:cNvPr>
          <p:cNvSpPr>
            <a:spLocks xmlns:a="http://schemas.openxmlformats.org/drawingml/2006/main" noGrp="1"/>
          </p:cNvSpPr>
          <p:nvPr/>
        </p:nvSpPr>
        <p:spPr>
          <a:xfrm xmlns:a="http://schemas.openxmlformats.org/drawingml/2006/main">
            <a:off x="650160" y="3020411"/>
            <a:ext cx="3657150" cy="3453833"/>
          </a:xfrm>
          <a:prstGeom xmlns:a="http://schemas.openxmlformats.org/drawingml/2006/main" prst="rect">
            <a:avLst/>
          </a:prstGeom>
          <a:solidFill xmlns:a="http://schemas.openxmlformats.org/drawingml/2006/main">
            <a:srgbClr val="FCE8D4"/>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9" name="Google Shape;189;h713b34333cad98a0_2_0">
            <a:extLst xmlns:a="http://schemas.openxmlformats.org/drawingml/2006/main">
              <a:ext uri="{FF2B5EF4-FFF2-40B4-BE49-F238E27FC236}">
                <a16:creationId xmlns:a16="http://schemas.microsoft.com/office/drawing/2014/main" id="{12182F72-DA06-4743-860D-BA1BD2DE1AA4}"/>
              </a:ext>
            </a:extLst>
          </p:cNvPr>
          <p:cNvSpPr>
            <a:spLocks xmlns:a="http://schemas.openxmlformats.org/drawingml/2006/main" noGrp="1"/>
          </p:cNvSpPr>
          <p:nvPr/>
        </p:nvSpPr>
        <p:spPr>
          <a:xfrm xmlns:a="http://schemas.openxmlformats.org/drawingml/2006/main">
            <a:off x="853335" y="3304844"/>
            <a:ext cx="3250800" cy="7043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D7651E"/>
                </a:solidFill>
                <a:latin typeface="Arial"/>
                <a:ea typeface="Arial"/>
                <a:cs typeface="Arial"/>
              </a:rPr>
              <a:t>01  Monitor the queue</a:t>
            </a:r>
            <a:endParaRPr sz="1700"/>
          </a:p>
        </p:txBody>
      </p:sp>
      <p:sp>
        <p:nvSpPr>
          <p:cNvPr id="190" name="Google Shape;190;h713b34333cad98a0_2_0">
            <a:extLst xmlns:a="http://schemas.openxmlformats.org/drawingml/2006/main">
              <a:ext uri="{FF2B5EF4-FFF2-40B4-BE49-F238E27FC236}">
                <a16:creationId xmlns:a16="http://schemas.microsoft.com/office/drawing/2014/main" id="{9730B33D-77C3-489B-83A2-C5A3BE27EA76}"/>
              </a:ext>
            </a:extLst>
          </p:cNvPr>
          <p:cNvSpPr>
            <a:spLocks xmlns:a="http://schemas.openxmlformats.org/drawingml/2006/main" noGrp="1"/>
          </p:cNvSpPr>
          <p:nvPr/>
        </p:nvSpPr>
        <p:spPr>
          <a:xfrm xmlns:a="http://schemas.openxmlformats.org/drawingml/2006/main">
            <a:off x="853335" y="4198778"/>
            <a:ext cx="3250800" cy="20045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Use anonymous people counting to estimate queue length and passenger numbers.</a:t>
            </a:r>
            <a:endParaRPr sz="1700"/>
          </a:p>
        </p:txBody>
      </p:sp>
      <p:sp>
        <p:nvSpPr>
          <p:cNvPr id="191" name="Google Shape;191;h713b34333cad98a0_2_0">
            <a:extLst xmlns:a="http://schemas.openxmlformats.org/drawingml/2006/main">
              <a:ext uri="{FF2B5EF4-FFF2-40B4-BE49-F238E27FC236}">
                <a16:creationId xmlns:a16="http://schemas.microsoft.com/office/drawing/2014/main" id="{E5938E5D-50B1-4ABD-B96C-1AD44E8F4F34}"/>
              </a:ext>
            </a:extLst>
          </p:cNvPr>
          <p:cNvSpPr>
            <a:spLocks xmlns:a="http://schemas.openxmlformats.org/drawingml/2006/main" noGrp="1"/>
          </p:cNvSpPr>
          <p:nvPr/>
        </p:nvSpPr>
        <p:spPr>
          <a:xfrm xmlns:a="http://schemas.openxmlformats.org/drawingml/2006/main">
            <a:off x="4378421" y="4483211"/>
            <a:ext cx="223493" cy="338611"/>
          </a:xfrm>
          <a:prstGeom xmlns:a="http://schemas.openxmlformats.org/drawingml/2006/main" prst="rightArrow">
            <a:avLst>
              <a:gd name="adj1" fmla="val 50000"/>
              <a:gd name="adj2" fmla="val 50000"/>
            </a:avLst>
          </a:prstGeom>
          <a:solidFill xmlns:a="http://schemas.openxmlformats.org/drawingml/2006/main">
            <a:srgbClr val="D7651E"/>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2" name="Google Shape;192;h713b34333cad98a0_2_0">
            <a:extLst xmlns:a="http://schemas.openxmlformats.org/drawingml/2006/main">
              <a:ext uri="{FF2B5EF4-FFF2-40B4-BE49-F238E27FC236}">
                <a16:creationId xmlns:a16="http://schemas.microsoft.com/office/drawing/2014/main" id="{5B37F87C-400C-4D73-805A-D0076DE8C280}"/>
              </a:ext>
            </a:extLst>
          </p:cNvPr>
          <p:cNvSpPr>
            <a:spLocks xmlns:a="http://schemas.openxmlformats.org/drawingml/2006/main" noGrp="1"/>
          </p:cNvSpPr>
          <p:nvPr/>
        </p:nvSpPr>
        <p:spPr>
          <a:xfrm xmlns:a="http://schemas.openxmlformats.org/drawingml/2006/main">
            <a:off x="4673025" y="3020411"/>
            <a:ext cx="3657150" cy="3453833"/>
          </a:xfrm>
          <a:prstGeom xmlns:a="http://schemas.openxmlformats.org/drawingml/2006/main" prst="rect">
            <a:avLst/>
          </a:prstGeom>
          <a:solidFill xmlns:a="http://schemas.openxmlformats.org/drawingml/2006/main">
            <a:srgbClr val="FCE8D4"/>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3" name="Google Shape;193;h713b34333cad98a0_2_0">
            <a:extLst xmlns:a="http://schemas.openxmlformats.org/drawingml/2006/main">
              <a:ext uri="{FF2B5EF4-FFF2-40B4-BE49-F238E27FC236}">
                <a16:creationId xmlns:a16="http://schemas.microsoft.com/office/drawing/2014/main" id="{AA56F98C-B4AB-43FE-BA3D-994A439A8524}"/>
              </a:ext>
            </a:extLst>
          </p:cNvPr>
          <p:cNvSpPr>
            <a:spLocks xmlns:a="http://schemas.openxmlformats.org/drawingml/2006/main" noGrp="1"/>
          </p:cNvSpPr>
          <p:nvPr/>
        </p:nvSpPr>
        <p:spPr>
          <a:xfrm xmlns:a="http://schemas.openxmlformats.org/drawingml/2006/main">
            <a:off x="4876200" y="3304844"/>
            <a:ext cx="3250800" cy="7043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D7651E"/>
                </a:solidFill>
                <a:latin typeface="Arial"/>
                <a:ea typeface="Arial"/>
                <a:cs typeface="Arial"/>
              </a:rPr>
              <a:t>02  Estimate a window</a:t>
            </a:r>
            <a:endParaRPr sz="1700"/>
          </a:p>
        </p:txBody>
      </p:sp>
      <p:sp>
        <p:nvSpPr>
          <p:cNvPr id="194" name="Google Shape;194;h713b34333cad98a0_2_0">
            <a:extLst xmlns:a="http://schemas.openxmlformats.org/drawingml/2006/main">
              <a:ext uri="{FF2B5EF4-FFF2-40B4-BE49-F238E27FC236}">
                <a16:creationId xmlns:a16="http://schemas.microsoft.com/office/drawing/2014/main" id="{0C027681-7126-4CF9-98A6-37EF42C89DEC}"/>
              </a:ext>
            </a:extLst>
          </p:cNvPr>
          <p:cNvSpPr>
            <a:spLocks xmlns:a="http://schemas.openxmlformats.org/drawingml/2006/main" noGrp="1"/>
          </p:cNvSpPr>
          <p:nvPr/>
        </p:nvSpPr>
        <p:spPr>
          <a:xfrm xmlns:a="http://schemas.openxmlformats.org/drawingml/2006/main">
            <a:off x="4876200" y="4198778"/>
            <a:ext cx="3250800" cy="20045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Use live queue data, boarding progress, boarding group and walking time.</a:t>
            </a:r>
            <a:endParaRPr sz="1700"/>
          </a:p>
        </p:txBody>
      </p:sp>
      <p:sp>
        <p:nvSpPr>
          <p:cNvPr id="195" name="Google Shape;195;h713b34333cad98a0_2_0">
            <a:extLst xmlns:a="http://schemas.openxmlformats.org/drawingml/2006/main">
              <a:ext uri="{FF2B5EF4-FFF2-40B4-BE49-F238E27FC236}">
                <a16:creationId xmlns:a16="http://schemas.microsoft.com/office/drawing/2014/main" id="{7FA3E854-E9B0-4B4F-B757-3471E6BF1F1D}"/>
              </a:ext>
            </a:extLst>
          </p:cNvPr>
          <p:cNvSpPr>
            <a:spLocks xmlns:a="http://schemas.openxmlformats.org/drawingml/2006/main" noGrp="1"/>
          </p:cNvSpPr>
          <p:nvPr/>
        </p:nvSpPr>
        <p:spPr>
          <a:xfrm xmlns:a="http://schemas.openxmlformats.org/drawingml/2006/main">
            <a:off x="8401286" y="4483211"/>
            <a:ext cx="223493" cy="338611"/>
          </a:xfrm>
          <a:prstGeom xmlns:a="http://schemas.openxmlformats.org/drawingml/2006/main" prst="rightArrow">
            <a:avLst>
              <a:gd name="adj1" fmla="val 50000"/>
              <a:gd name="adj2" fmla="val 50000"/>
            </a:avLst>
          </a:prstGeom>
          <a:solidFill xmlns:a="http://schemas.openxmlformats.org/drawingml/2006/main">
            <a:srgbClr val="D7651E"/>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h713b34333cad98a0_2_0">
            <a:extLst xmlns:a="http://schemas.openxmlformats.org/drawingml/2006/main">
              <a:ext uri="{FF2B5EF4-FFF2-40B4-BE49-F238E27FC236}">
                <a16:creationId xmlns:a16="http://schemas.microsoft.com/office/drawing/2014/main" id="{8A2BA17F-9BAB-4A7E-B1DD-176A2C44181F}"/>
              </a:ext>
            </a:extLst>
          </p:cNvPr>
          <p:cNvSpPr>
            <a:spLocks xmlns:a="http://schemas.openxmlformats.org/drawingml/2006/main" noGrp="1"/>
          </p:cNvSpPr>
          <p:nvPr/>
        </p:nvSpPr>
        <p:spPr>
          <a:xfrm xmlns:a="http://schemas.openxmlformats.org/drawingml/2006/main">
            <a:off x="8695890" y="3020411"/>
            <a:ext cx="3657150" cy="3453833"/>
          </a:xfrm>
          <a:prstGeom xmlns:a="http://schemas.openxmlformats.org/drawingml/2006/main" prst="rect">
            <a:avLst/>
          </a:prstGeom>
          <a:solidFill xmlns:a="http://schemas.openxmlformats.org/drawingml/2006/main">
            <a:srgbClr val="FCE8D4"/>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h713b34333cad98a0_2_0">
            <a:extLst xmlns:a="http://schemas.openxmlformats.org/drawingml/2006/main">
              <a:ext uri="{FF2B5EF4-FFF2-40B4-BE49-F238E27FC236}">
                <a16:creationId xmlns:a16="http://schemas.microsoft.com/office/drawing/2014/main" id="{278D3D4A-6D07-4F8E-A00F-AAF13B209C69}"/>
              </a:ext>
            </a:extLst>
          </p:cNvPr>
          <p:cNvSpPr>
            <a:spLocks xmlns:a="http://schemas.openxmlformats.org/drawingml/2006/main" noGrp="1"/>
          </p:cNvSpPr>
          <p:nvPr/>
        </p:nvSpPr>
        <p:spPr>
          <a:xfrm xmlns:a="http://schemas.openxmlformats.org/drawingml/2006/main">
            <a:off x="8899065" y="3304844"/>
            <a:ext cx="3250800" cy="7043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D7651E"/>
                </a:solidFill>
                <a:latin typeface="Arial"/>
                <a:ea typeface="Arial"/>
                <a:cs typeface="Arial"/>
              </a:rPr>
              <a:t>03  Check remotely</a:t>
            </a:r>
            <a:endParaRPr sz="1700"/>
          </a:p>
        </p:txBody>
      </p:sp>
      <p:sp>
        <p:nvSpPr>
          <p:cNvPr id="198" name="Google Shape;198;h713b34333cad98a0_2_0">
            <a:extLst xmlns:a="http://schemas.openxmlformats.org/drawingml/2006/main">
              <a:ext uri="{FF2B5EF4-FFF2-40B4-BE49-F238E27FC236}">
                <a16:creationId xmlns:a16="http://schemas.microsoft.com/office/drawing/2014/main" id="{9D289D81-20B9-4AE9-800B-6057CEECABD3}"/>
              </a:ext>
            </a:extLst>
          </p:cNvPr>
          <p:cNvSpPr>
            <a:spLocks xmlns:a="http://schemas.openxmlformats.org/drawingml/2006/main" noGrp="1"/>
          </p:cNvSpPr>
          <p:nvPr/>
        </p:nvSpPr>
        <p:spPr>
          <a:xfrm xmlns:a="http://schemas.openxmlformats.org/drawingml/2006/main">
            <a:off x="8899065" y="4198778"/>
            <a:ext cx="3250800" cy="20045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See crowding, estimated standing time and a suggested queue window away from the gate.</a:t>
            </a:r>
            <a:endParaRPr sz="1700"/>
          </a:p>
        </p:txBody>
      </p:sp>
      <p:sp>
        <p:nvSpPr>
          <p:cNvPr id="199" name="Google Shape;199;h713b34333cad98a0_2_0">
            <a:extLst xmlns:a="http://schemas.openxmlformats.org/drawingml/2006/main">
              <a:ext uri="{FF2B5EF4-FFF2-40B4-BE49-F238E27FC236}">
                <a16:creationId xmlns:a16="http://schemas.microsoft.com/office/drawing/2014/main" id="{658409D2-3D24-4F66-B77D-2931ABB3C620}"/>
              </a:ext>
            </a:extLst>
          </p:cNvPr>
          <p:cNvSpPr>
            <a:spLocks xmlns:a="http://schemas.openxmlformats.org/drawingml/2006/main" noGrp="1"/>
          </p:cNvSpPr>
          <p:nvPr/>
        </p:nvSpPr>
        <p:spPr>
          <a:xfrm xmlns:a="http://schemas.openxmlformats.org/drawingml/2006/main">
            <a:off x="650160" y="7124378"/>
            <a:ext cx="2590481"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D7651E"/>
                </a:solidFill>
                <a:latin typeface="Arial"/>
                <a:ea typeface="Arial"/>
                <a:cs typeface="Arial"/>
              </a:rPr>
              <a:t>Passenger access</a:t>
            </a:r>
            <a:endParaRPr sz="1700"/>
          </a:p>
        </p:txBody>
      </p:sp>
      <p:sp>
        <p:nvSpPr>
          <p:cNvPr id="200" name="Google Shape;200;h713b34333cad98a0_2_0">
            <a:extLst xmlns:a="http://schemas.openxmlformats.org/drawingml/2006/main">
              <a:ext uri="{FF2B5EF4-FFF2-40B4-BE49-F238E27FC236}">
                <a16:creationId xmlns:a16="http://schemas.microsoft.com/office/drawing/2014/main" id="{871E8C59-7DFF-489B-9798-E181E7C8859A}"/>
              </a:ext>
            </a:extLst>
          </p:cNvPr>
          <p:cNvSpPr>
            <a:spLocks xmlns:a="http://schemas.openxmlformats.org/drawingml/2006/main" noGrp="1"/>
          </p:cNvSpPr>
          <p:nvPr/>
        </p:nvSpPr>
        <p:spPr>
          <a:xfrm xmlns:a="http://schemas.openxmlformats.org/drawingml/2006/main">
            <a:off x="650160" y="7747422"/>
            <a:ext cx="11580975" cy="10564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Scan a boarding pass or tap a supported digital pass.</a:t>
            </a:r>
            <a:endParaRPr sz="1700"/>
          </a:p>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Check a mobile webpage or kiosks around the airport. No new app required.</a:t>
            </a:r>
            <a:endParaRPr sz="1700"/>
          </a:p>
        </p:txBody>
      </p:sp>
      <p:sp>
        <p:nvSpPr>
          <p:cNvPr id="201" name="Google Shape;201;h713b34333cad98a0_2_0">
            <a:extLst xmlns:a="http://schemas.openxmlformats.org/drawingml/2006/main">
              <a:ext uri="{FF2B5EF4-FFF2-40B4-BE49-F238E27FC236}">
                <a16:creationId xmlns:a16="http://schemas.microsoft.com/office/drawing/2014/main" id="{6FF69C2D-F0DB-495E-9140-14081D890C21}"/>
              </a:ext>
            </a:extLst>
          </p:cNvPr>
          <p:cNvSpPr>
            <a:spLocks xmlns:a="http://schemas.openxmlformats.org/drawingml/2006/main" noGrp="1"/>
          </p:cNvSpPr>
          <p:nvPr/>
        </p:nvSpPr>
        <p:spPr>
          <a:xfrm xmlns:a="http://schemas.openxmlformats.org/drawingml/2006/main">
            <a:off x="650160" y="9128956"/>
            <a:ext cx="11682562" cy="3386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500" b="0">
                <a:solidFill>
                  <a:srgbClr val="765B49"/>
                </a:solidFill>
                <a:latin typeface="Arial"/>
                <a:ea typeface="Arial"/>
                <a:cs typeface="Arial"/>
              </a:rPr>
              <a:t>Proposed integration: existing boarding scans provide throughput. Staff do not assign individual windows.</a:t>
            </a:r>
            <a:endParaRPr sz="1700"/>
          </a:p>
        </p:txBody>
      </p:sp>
    </p:spTree>
    <p:extLst>
      <p:ext uri="{BB962C8B-B14F-4D97-AF65-F5344CB8AC3E}">
        <p14:creationId xmlns:p14="http://schemas.microsoft.com/office/powerpoint/2010/main" val="11776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 name="Google Shape;207;h713b34333cad98a0_2_21">
            <a:extLst xmlns:a="http://schemas.openxmlformats.org/drawingml/2006/main">
              <a:ext uri="{FF2B5EF4-FFF2-40B4-BE49-F238E27FC236}">
                <a16:creationId xmlns:a16="http://schemas.microsoft.com/office/drawing/2014/main" id="{BFBF8FC7-FFED-431E-AD43-CD076022EF1A}"/>
              </a:ext>
            </a:extLst>
          </p:cNvPr>
          <p:cNvSpPr>
            <a:spLocks xmlns:a="http://schemas.openxmlformats.org/drawingml/2006/main" noGrp="1"/>
          </p:cNvSpPr>
          <p:nvPr/>
        </p:nvSpPr>
        <p:spPr>
          <a:xfrm xmlns:a="http://schemas.openxmlformats.org/drawingml/2006/main">
            <a:off x="650160" y="595956"/>
            <a:ext cx="11631769" cy="8803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3900" b="1">
                <a:solidFill>
                  <a:srgbClr val="4A2B16"/>
                </a:solidFill>
                <a:latin typeface="Arial"/>
                <a:ea typeface="Arial"/>
                <a:cs typeface="Arial"/>
              </a:rPr>
              <a:t>Key features and passenger guidance</a:t>
            </a:r>
            <a:endParaRPr sz="1700"/>
          </a:p>
        </p:txBody>
      </p:sp>
      <p:sp>
        <p:nvSpPr>
          <p:cNvPr id="208" name="Google Shape;208;h713b34333cad98a0_2_21">
            <a:extLst xmlns:a="http://schemas.openxmlformats.org/drawingml/2006/main">
              <a:ext uri="{FF2B5EF4-FFF2-40B4-BE49-F238E27FC236}">
                <a16:creationId xmlns:a16="http://schemas.microsoft.com/office/drawing/2014/main" id="{919943DB-E36E-47F8-9751-132D73AC251C}"/>
              </a:ext>
            </a:extLst>
          </p:cNvPr>
          <p:cNvSpPr>
            <a:spLocks xmlns:a="http://schemas.openxmlformats.org/drawingml/2006/main" noGrp="1"/>
          </p:cNvSpPr>
          <p:nvPr/>
        </p:nvSpPr>
        <p:spPr>
          <a:xfrm xmlns:a="http://schemas.openxmlformats.org/drawingml/2006/main">
            <a:off x="650160" y="1652422"/>
            <a:ext cx="11682562" cy="8939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0">
                <a:solidFill>
                  <a:srgbClr val="765B49"/>
                </a:solidFill>
                <a:latin typeface="Arial"/>
                <a:ea typeface="Arial"/>
                <a:cs typeface="Arial"/>
              </a:rPr>
              <a:t>Current queue information and optional guidance, accessible away from the gate</a:t>
            </a:r>
            <a:endParaRPr sz="1700"/>
          </a:p>
        </p:txBody>
      </p:sp>
      <p:sp>
        <p:nvSpPr>
          <p:cNvPr id="209" name="Google Shape;209;h713b34333cad98a0_2_21">
            <a:extLst xmlns:a="http://schemas.openxmlformats.org/drawingml/2006/main">
              <a:ext uri="{FF2B5EF4-FFF2-40B4-BE49-F238E27FC236}">
                <a16:creationId xmlns:a16="http://schemas.microsoft.com/office/drawing/2014/main" id="{96E30D1C-2F25-4562-9D83-F45DD83E03E0}"/>
              </a:ext>
            </a:extLst>
          </p:cNvPr>
          <p:cNvSpPr>
            <a:spLocks xmlns:a="http://schemas.openxmlformats.org/drawingml/2006/main" noGrp="1"/>
          </p:cNvSpPr>
          <p:nvPr/>
        </p:nvSpPr>
        <p:spPr>
          <a:xfrm xmlns:a="http://schemas.openxmlformats.org/drawingml/2006/main">
            <a:off x="650160" y="3006867"/>
            <a:ext cx="5130169" cy="6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a:solidFill>
                  <a:srgbClr val="D7651E"/>
                </a:solidFill>
                <a:latin typeface="Arial"/>
                <a:ea typeface="Arial"/>
                <a:cs typeface="Arial"/>
              </a:rPr>
              <a:t>What passengers can see</a:t>
            </a:r>
            <a:endParaRPr sz="1700"/>
          </a:p>
        </p:txBody>
      </p:sp>
      <p:sp>
        <p:nvSpPr>
          <p:cNvPr id="210" name="Google Shape;210;h713b34333cad98a0_2_21">
            <a:extLst xmlns:a="http://schemas.openxmlformats.org/drawingml/2006/main">
              <a:ext uri="{FF2B5EF4-FFF2-40B4-BE49-F238E27FC236}">
                <a16:creationId xmlns:a16="http://schemas.microsoft.com/office/drawing/2014/main" id="{076EDD13-A57F-464B-B99F-E5CF11153836}"/>
              </a:ext>
            </a:extLst>
          </p:cNvPr>
          <p:cNvSpPr>
            <a:spLocks xmlns:a="http://schemas.openxmlformats.org/drawingml/2006/main" noGrp="1"/>
          </p:cNvSpPr>
          <p:nvPr/>
        </p:nvSpPr>
        <p:spPr>
          <a:xfrm xmlns:a="http://schemas.openxmlformats.org/drawingml/2006/main">
            <a:off x="650160" y="3887256"/>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Queue conditions</a:t>
            </a:r>
            <a:endParaRPr sz="1700"/>
          </a:p>
        </p:txBody>
      </p:sp>
      <p:sp>
        <p:nvSpPr>
          <p:cNvPr id="211" name="Google Shape;211;h713b34333cad98a0_2_21">
            <a:extLst xmlns:a="http://schemas.openxmlformats.org/drawingml/2006/main">
              <a:ext uri="{FF2B5EF4-FFF2-40B4-BE49-F238E27FC236}">
                <a16:creationId xmlns:a16="http://schemas.microsoft.com/office/drawing/2014/main" id="{EA648AA0-9FB6-4ED7-96A7-B1FF37526887}"/>
              </a:ext>
            </a:extLst>
          </p:cNvPr>
          <p:cNvSpPr>
            <a:spLocks xmlns:a="http://schemas.openxmlformats.org/drawingml/2006/main" noGrp="1"/>
          </p:cNvSpPr>
          <p:nvPr/>
        </p:nvSpPr>
        <p:spPr>
          <a:xfrm xmlns:a="http://schemas.openxmlformats.org/drawingml/2006/main">
            <a:off x="650160" y="4334222"/>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Crowding level and approximate queue size</a:t>
            </a:r>
            <a:endParaRPr sz="1700"/>
          </a:p>
        </p:txBody>
      </p:sp>
      <p:sp>
        <p:nvSpPr>
          <p:cNvPr id="212" name="Google Shape;212;h713b34333cad98a0_2_21">
            <a:extLst xmlns:a="http://schemas.openxmlformats.org/drawingml/2006/main">
              <a:ext uri="{FF2B5EF4-FFF2-40B4-BE49-F238E27FC236}">
                <a16:creationId xmlns:a16="http://schemas.microsoft.com/office/drawing/2014/main" id="{FA04E07C-9725-4717-961D-195B2EBDB33E}"/>
              </a:ext>
            </a:extLst>
          </p:cNvPr>
          <p:cNvSpPr>
            <a:spLocks xmlns:a="http://schemas.openxmlformats.org/drawingml/2006/main" noGrp="1"/>
          </p:cNvSpPr>
          <p:nvPr/>
        </p:nvSpPr>
        <p:spPr>
          <a:xfrm xmlns:a="http://schemas.openxmlformats.org/drawingml/2006/main">
            <a:off x="650160" y="4930178"/>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Estimated standing time</a:t>
            </a:r>
            <a:endParaRPr sz="1700"/>
          </a:p>
        </p:txBody>
      </p:sp>
      <p:sp>
        <p:nvSpPr>
          <p:cNvPr id="213" name="Google Shape;213;h713b34333cad98a0_2_21">
            <a:extLst xmlns:a="http://schemas.openxmlformats.org/drawingml/2006/main">
              <a:ext uri="{FF2B5EF4-FFF2-40B4-BE49-F238E27FC236}">
                <a16:creationId xmlns:a16="http://schemas.microsoft.com/office/drawing/2014/main" id="{3E9A4D43-DC50-4DB3-823C-B4787DD9C40A}"/>
              </a:ext>
            </a:extLst>
          </p:cNvPr>
          <p:cNvSpPr>
            <a:spLocks xmlns:a="http://schemas.openxmlformats.org/drawingml/2006/main" noGrp="1"/>
          </p:cNvSpPr>
          <p:nvPr/>
        </p:nvSpPr>
        <p:spPr>
          <a:xfrm xmlns:a="http://schemas.openxmlformats.org/drawingml/2006/main">
            <a:off x="650160" y="5377144"/>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Expected time in the queue if you join now</a:t>
            </a:r>
            <a:endParaRPr sz="1700"/>
          </a:p>
        </p:txBody>
      </p:sp>
      <p:sp>
        <p:nvSpPr>
          <p:cNvPr id="214" name="Google Shape;214;h713b34333cad98a0_2_21">
            <a:extLst xmlns:a="http://schemas.openxmlformats.org/drawingml/2006/main">
              <a:ext uri="{FF2B5EF4-FFF2-40B4-BE49-F238E27FC236}">
                <a16:creationId xmlns:a16="http://schemas.microsoft.com/office/drawing/2014/main" id="{77E188C0-193A-4FEA-9BEF-905D36E9F760}"/>
              </a:ext>
            </a:extLst>
          </p:cNvPr>
          <p:cNvSpPr>
            <a:spLocks xmlns:a="http://schemas.openxmlformats.org/drawingml/2006/main" noGrp="1"/>
          </p:cNvSpPr>
          <p:nvPr/>
        </p:nvSpPr>
        <p:spPr>
          <a:xfrm xmlns:a="http://schemas.openxmlformats.org/drawingml/2006/main">
            <a:off x="650160" y="5973100"/>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Recommended queue window</a:t>
            </a:r>
            <a:endParaRPr sz="1700"/>
          </a:p>
        </p:txBody>
      </p:sp>
      <p:sp>
        <p:nvSpPr>
          <p:cNvPr id="215" name="Google Shape;215;h713b34333cad98a0_2_21">
            <a:extLst xmlns:a="http://schemas.openxmlformats.org/drawingml/2006/main">
              <a:ext uri="{FF2B5EF4-FFF2-40B4-BE49-F238E27FC236}">
                <a16:creationId xmlns:a16="http://schemas.microsoft.com/office/drawing/2014/main" id="{DCB43953-3342-43BC-BDC4-1D8185929AAC}"/>
              </a:ext>
            </a:extLst>
          </p:cNvPr>
          <p:cNvSpPr>
            <a:spLocks xmlns:a="http://schemas.openxmlformats.org/drawingml/2006/main" noGrp="1"/>
          </p:cNvSpPr>
          <p:nvPr/>
        </p:nvSpPr>
        <p:spPr>
          <a:xfrm xmlns:a="http://schemas.openxmlformats.org/drawingml/2006/main">
            <a:off x="650160" y="6420067"/>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A time range that updates with queue conditions</a:t>
            </a:r>
            <a:endParaRPr sz="1700"/>
          </a:p>
        </p:txBody>
      </p:sp>
      <p:sp>
        <p:nvSpPr>
          <p:cNvPr id="216" name="Google Shape;216;h713b34333cad98a0_2_21">
            <a:extLst xmlns:a="http://schemas.openxmlformats.org/drawingml/2006/main">
              <a:ext uri="{FF2B5EF4-FFF2-40B4-BE49-F238E27FC236}">
                <a16:creationId xmlns:a16="http://schemas.microsoft.com/office/drawing/2014/main" id="{E9ECB721-D17E-4C53-B117-8FF3F133A64F}"/>
              </a:ext>
            </a:extLst>
          </p:cNvPr>
          <p:cNvSpPr>
            <a:spLocks xmlns:a="http://schemas.openxmlformats.org/drawingml/2006/main" noGrp="1"/>
          </p:cNvSpPr>
          <p:nvPr/>
        </p:nvSpPr>
        <p:spPr>
          <a:xfrm xmlns:a="http://schemas.openxmlformats.org/drawingml/2006/main">
            <a:off x="650160" y="7016022"/>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Return timing</a:t>
            </a:r>
            <a:endParaRPr sz="1700"/>
          </a:p>
        </p:txBody>
      </p:sp>
      <p:sp>
        <p:nvSpPr>
          <p:cNvPr id="217" name="Google Shape;217;h713b34333cad98a0_2_21">
            <a:extLst xmlns:a="http://schemas.openxmlformats.org/drawingml/2006/main">
              <a:ext uri="{FF2B5EF4-FFF2-40B4-BE49-F238E27FC236}">
                <a16:creationId xmlns:a16="http://schemas.microsoft.com/office/drawing/2014/main" id="{781AC751-DF97-4691-90A2-D6E66939421C}"/>
              </a:ext>
            </a:extLst>
          </p:cNvPr>
          <p:cNvSpPr>
            <a:spLocks xmlns:a="http://schemas.openxmlformats.org/drawingml/2006/main" noGrp="1"/>
          </p:cNvSpPr>
          <p:nvPr/>
        </p:nvSpPr>
        <p:spPr>
          <a:xfrm xmlns:a="http://schemas.openxmlformats.org/drawingml/2006/main">
            <a:off x="650160" y="7462989"/>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Allows for walking time and the boarding deadline</a:t>
            </a:r>
            <a:endParaRPr sz="1700"/>
          </a:p>
        </p:txBody>
      </p:sp>
      <p:sp>
        <p:nvSpPr>
          <p:cNvPr id="218" name="Google Shape;218;h713b34333cad98a0_2_21">
            <a:extLst xmlns:a="http://schemas.openxmlformats.org/drawingml/2006/main">
              <a:ext uri="{FF2B5EF4-FFF2-40B4-BE49-F238E27FC236}">
                <a16:creationId xmlns:a16="http://schemas.microsoft.com/office/drawing/2014/main" id="{1DA9D20B-1967-4630-9D53-EBC43F0D0971}"/>
              </a:ext>
            </a:extLst>
          </p:cNvPr>
          <p:cNvSpPr>
            <a:spLocks xmlns:a="http://schemas.openxmlformats.org/drawingml/2006/main" noGrp="1"/>
          </p:cNvSpPr>
          <p:nvPr/>
        </p:nvSpPr>
        <p:spPr>
          <a:xfrm xmlns:a="http://schemas.openxmlformats.org/drawingml/2006/main">
            <a:off x="6664140" y="3006867"/>
            <a:ext cx="5485725" cy="6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a:solidFill>
                  <a:srgbClr val="D7651E"/>
                </a:solidFill>
                <a:latin typeface="Arial"/>
                <a:ea typeface="Arial"/>
                <a:cs typeface="Arial"/>
              </a:rPr>
              <a:t>Action guidance</a:t>
            </a:r>
            <a:endParaRPr sz="1700"/>
          </a:p>
        </p:txBody>
      </p:sp>
      <p:sp>
        <p:nvSpPr>
          <p:cNvPr id="219" name="Google Shape;219;h713b34333cad98a0_2_21">
            <a:extLst xmlns:a="http://schemas.openxmlformats.org/drawingml/2006/main">
              <a:ext uri="{FF2B5EF4-FFF2-40B4-BE49-F238E27FC236}">
                <a16:creationId xmlns:a16="http://schemas.microsoft.com/office/drawing/2014/main" id="{EDB1BEF1-3D38-42DF-A61D-742536DED952}"/>
              </a:ext>
            </a:extLst>
          </p:cNvPr>
          <p:cNvSpPr>
            <a:spLocks xmlns:a="http://schemas.openxmlformats.org/drawingml/2006/main" noGrp="1"/>
          </p:cNvSpPr>
          <p:nvPr/>
        </p:nvSpPr>
        <p:spPr>
          <a:xfrm xmlns:a="http://schemas.openxmlformats.org/drawingml/2006/main">
            <a:off x="6664140" y="3941433"/>
            <a:ext cx="5485725" cy="555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8A6A54"/>
                </a:solidFill>
                <a:latin typeface="Arial"/>
                <a:ea typeface="Arial"/>
                <a:cs typeface="Arial"/>
              </a:rPr>
              <a:t>WAIT</a:t>
            </a:r>
            <a:endParaRPr sz="1700"/>
          </a:p>
        </p:txBody>
      </p:sp>
      <p:sp>
        <p:nvSpPr>
          <p:cNvPr id="220" name="Google Shape;220;h713b34333cad98a0_2_21">
            <a:extLst xmlns:a="http://schemas.openxmlformats.org/drawingml/2006/main">
              <a:ext uri="{FF2B5EF4-FFF2-40B4-BE49-F238E27FC236}">
                <a16:creationId xmlns:a16="http://schemas.microsoft.com/office/drawing/2014/main" id="{C1785D18-9CEE-40AE-963F-7DD036CDE1B1}"/>
              </a:ext>
            </a:extLst>
          </p:cNvPr>
          <p:cNvSpPr>
            <a:spLocks xmlns:a="http://schemas.openxmlformats.org/drawingml/2006/main" noGrp="1"/>
          </p:cNvSpPr>
          <p:nvPr/>
        </p:nvSpPr>
        <p:spPr>
          <a:xfrm xmlns:a="http://schemas.openxmlformats.org/drawingml/2006/main">
            <a:off x="6664140" y="4564478"/>
            <a:ext cx="5485725" cy="623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4A2B16"/>
                </a:solidFill>
                <a:latin typeface="Arial"/>
                <a:ea typeface="Arial"/>
                <a:cs typeface="Arial"/>
              </a:rPr>
              <a:t>It is not time to join yet. Keep checking updates.</a:t>
            </a:r>
            <a:endParaRPr sz="1700"/>
          </a:p>
        </p:txBody>
      </p:sp>
      <p:sp>
        <p:nvSpPr>
          <p:cNvPr id="221" name="Google Shape;221;h713b34333cad98a0_2_21">
            <a:extLst xmlns:a="http://schemas.openxmlformats.org/drawingml/2006/main">
              <a:ext uri="{FF2B5EF4-FFF2-40B4-BE49-F238E27FC236}">
                <a16:creationId xmlns:a16="http://schemas.microsoft.com/office/drawing/2014/main" id="{8EE2B223-7617-454F-9368-3F83CDD8656F}"/>
              </a:ext>
            </a:extLst>
          </p:cNvPr>
          <p:cNvSpPr>
            <a:spLocks xmlns:a="http://schemas.openxmlformats.org/drawingml/2006/main" noGrp="1"/>
          </p:cNvSpPr>
          <p:nvPr/>
        </p:nvSpPr>
        <p:spPr>
          <a:xfrm xmlns:a="http://schemas.openxmlformats.org/drawingml/2006/main">
            <a:off x="6664140" y="5471956"/>
            <a:ext cx="5485725" cy="555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C78712"/>
                </a:solidFill>
                <a:latin typeface="Arial"/>
                <a:ea typeface="Arial"/>
                <a:cs typeface="Arial"/>
              </a:rPr>
              <a:t>GET READY</a:t>
            </a:r>
            <a:endParaRPr sz="1700"/>
          </a:p>
        </p:txBody>
      </p:sp>
      <p:sp>
        <p:nvSpPr>
          <p:cNvPr id="222" name="Google Shape;222;h713b34333cad98a0_2_21">
            <a:extLst xmlns:a="http://schemas.openxmlformats.org/drawingml/2006/main">
              <a:ext uri="{FF2B5EF4-FFF2-40B4-BE49-F238E27FC236}">
                <a16:creationId xmlns:a16="http://schemas.microsoft.com/office/drawing/2014/main" id="{3F56C196-432B-4FEB-896F-5E3AAB1E4A82}"/>
              </a:ext>
            </a:extLst>
          </p:cNvPr>
          <p:cNvSpPr>
            <a:spLocks xmlns:a="http://schemas.openxmlformats.org/drawingml/2006/main" noGrp="1"/>
          </p:cNvSpPr>
          <p:nvPr/>
        </p:nvSpPr>
        <p:spPr>
          <a:xfrm xmlns:a="http://schemas.openxmlformats.org/drawingml/2006/main">
            <a:off x="6664140" y="6095000"/>
            <a:ext cx="5485725" cy="623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4A2B16"/>
                </a:solidFill>
                <a:latin typeface="Arial"/>
                <a:ea typeface="Arial"/>
                <a:cs typeface="Arial"/>
              </a:rPr>
              <a:t>Head towards the gate before your queue window.</a:t>
            </a:r>
            <a:endParaRPr sz="1700"/>
          </a:p>
        </p:txBody>
      </p:sp>
      <p:sp>
        <p:nvSpPr>
          <p:cNvPr id="223" name="Google Shape;223;h713b34333cad98a0_2_21">
            <a:extLst xmlns:a="http://schemas.openxmlformats.org/drawingml/2006/main">
              <a:ext uri="{FF2B5EF4-FFF2-40B4-BE49-F238E27FC236}">
                <a16:creationId xmlns:a16="http://schemas.microsoft.com/office/drawing/2014/main" id="{BD35E122-8AAB-40D1-9702-E3606E38F5CC}"/>
              </a:ext>
            </a:extLst>
          </p:cNvPr>
          <p:cNvSpPr>
            <a:spLocks xmlns:a="http://schemas.openxmlformats.org/drawingml/2006/main" noGrp="1"/>
          </p:cNvSpPr>
          <p:nvPr/>
        </p:nvSpPr>
        <p:spPr>
          <a:xfrm xmlns:a="http://schemas.openxmlformats.org/drawingml/2006/main">
            <a:off x="6664140" y="7002478"/>
            <a:ext cx="5485725" cy="555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D7651E"/>
                </a:solidFill>
                <a:latin typeface="Arial"/>
                <a:ea typeface="Arial"/>
                <a:cs typeface="Arial"/>
              </a:rPr>
              <a:t>JOIN NOW</a:t>
            </a:r>
            <a:endParaRPr sz="1700"/>
          </a:p>
        </p:txBody>
      </p:sp>
      <p:sp>
        <p:nvSpPr>
          <p:cNvPr id="224" name="Google Shape;224;h713b34333cad98a0_2_21">
            <a:extLst xmlns:a="http://schemas.openxmlformats.org/drawingml/2006/main">
              <a:ext uri="{FF2B5EF4-FFF2-40B4-BE49-F238E27FC236}">
                <a16:creationId xmlns:a16="http://schemas.microsoft.com/office/drawing/2014/main" id="{34E28762-667A-445C-881E-C7E15ADEE8E2}"/>
              </a:ext>
            </a:extLst>
          </p:cNvPr>
          <p:cNvSpPr>
            <a:spLocks xmlns:a="http://schemas.openxmlformats.org/drawingml/2006/main" noGrp="1"/>
          </p:cNvSpPr>
          <p:nvPr/>
        </p:nvSpPr>
        <p:spPr>
          <a:xfrm xmlns:a="http://schemas.openxmlformats.org/drawingml/2006/main">
            <a:off x="6664140" y="7625522"/>
            <a:ext cx="5485725" cy="623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4A2B16"/>
                </a:solidFill>
                <a:latin typeface="Arial"/>
                <a:ea typeface="Arial"/>
                <a:cs typeface="Arial"/>
              </a:rPr>
              <a:t>Your group can board. This is a suitable time to queue.</a:t>
            </a:r>
            <a:endParaRPr sz="1700"/>
          </a:p>
        </p:txBody>
      </p:sp>
      <p:sp>
        <p:nvSpPr>
          <p:cNvPr id="225" name="Google Shape;225;h713b34333cad98a0_2_21">
            <a:extLst xmlns:a="http://schemas.openxmlformats.org/drawingml/2006/main">
              <a:ext uri="{FF2B5EF4-FFF2-40B4-BE49-F238E27FC236}">
                <a16:creationId xmlns:a16="http://schemas.microsoft.com/office/drawing/2014/main" id="{003B3657-BD52-490B-8FD4-41CAB577441B}"/>
              </a:ext>
            </a:extLst>
          </p:cNvPr>
          <p:cNvSpPr>
            <a:spLocks xmlns:a="http://schemas.openxmlformats.org/drawingml/2006/main" noGrp="1"/>
          </p:cNvSpPr>
          <p:nvPr/>
        </p:nvSpPr>
        <p:spPr>
          <a:xfrm xmlns:a="http://schemas.openxmlformats.org/drawingml/2006/main">
            <a:off x="650160" y="9007056"/>
            <a:ext cx="11682562" cy="568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800" b="0">
                <a:solidFill>
                  <a:srgbClr val="765B49"/>
                </a:solidFill>
                <a:latin typeface="Arial"/>
                <a:ea typeface="Arial"/>
                <a:cs typeface="Arial"/>
              </a:rPr>
              <a:t>Suggestions do not change boarding order or rights. Airline calls and gate closing times take priority.</a:t>
            </a:r>
            <a:endParaRPr sz="1700"/>
          </a:p>
        </p:txBody>
      </p:sp>
    </p:spTree>
    <p:extLst>
      <p:ext uri="{BB962C8B-B14F-4D97-AF65-F5344CB8AC3E}">
        <p14:creationId xmlns:p14="http://schemas.microsoft.com/office/powerpoint/2010/main" val="3676189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cxnSp>
        <p:nvCxnSpPr>
          <p:cNvPr id="262" name="Google Shape;230;g409fd1d7f77_0_20"/>
          <p:cNvCxnSpPr/>
          <p:nvPr/>
        </p:nvCxnSpPr>
        <p:spPr>
          <a:xfrm xmlns:a="http://schemas.openxmlformats.org/drawingml/2006/main">
            <a:off x="487676" y="1551747"/>
            <a:ext cx="12028500" cy="13500"/>
          </a:xfrm>
          <a:prstGeom xmlns:a="http://schemas.openxmlformats.org/drawingml/2006/main" prst="straightConnector1">
            <a:avLst/>
          </a:prstGeom>
          <a:ln xmlns:a="http://schemas.openxmlformats.org/drawingml/2006/main" w="31750" cap="flat">
            <a:solidFill>
              <a:srgbClr val="ED5E32"/>
            </a:solidFill>
            <a:prstDash val="solid"/>
            <a:round/>
            <a:headEnd type="none" w="sm" len="sm"/>
            <a:tailEnd type="none" w="sm" len="sm"/>
          </a:ln>
        </p:spPr>
      </p:cxnSp>
      <p:sp>
        <p:nvSpPr>
          <p:cNvPr id="231" name="Google Shape;231;g409fd1d7f77_0_20">
            <a:extLst xmlns:a="http://schemas.openxmlformats.org/drawingml/2006/main">
              <a:ext uri="{FF2B5EF4-FFF2-40B4-BE49-F238E27FC236}">
                <a16:creationId xmlns:a16="http://schemas.microsoft.com/office/drawing/2014/main" id="{A15B76EB-E7BB-4F58-A9EA-8557CCD678FF}"/>
              </a:ext>
            </a:extLst>
          </p:cNvPr>
          <p:cNvSpPr>
            <a:spLocks xmlns:a="http://schemas.openxmlformats.org/drawingml/2006/main" noGrp="1"/>
          </p:cNvSpPr>
          <p:nvPr/>
        </p:nvSpPr>
        <p:spPr>
          <a:xfrm xmlns:a="http://schemas.openxmlformats.org/drawingml/2006/main">
            <a:off x="487676" y="662830"/>
            <a:ext cx="12028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marR="0" lvl="0" indent="0" algn="l">
              <a:lnSpc>
                <a:spcPct val="100000"/>
              </a:lnSpc>
              <a:spcBef>
                <a:spcPts val="0"/>
              </a:spcBef>
              <a:spcAft>
                <a:spcPts val="0"/>
              </a:spcAft>
              <a:buClr>
                <a:srgbClr val="ED5E32"/>
              </a:buClr>
              <a:buSzPts val="3840"/>
              <a:buFont typeface="Arial"/>
              <a:buNone/>
            </a:pPr>
            <a:r>
              <a:rPr sz="3840" b="1" i="0" u="none" cap="none">
                <a:solidFill>
                  <a:srgbClr val="ED5E32"/>
                </a:solidFill>
                <a:latin typeface="Arial"/>
                <a:ea typeface="Arial"/>
                <a:cs typeface="Arial"/>
              </a:rPr>
              <a:t>Rationale</a:t>
            </a:r>
            <a:endParaRPr sz="3840" b="1" i="0" u="none" cap="none">
              <a:solidFill>
                <a:srgbClr val="ED5E32"/>
              </a:solidFill>
              <a:latin typeface="Arial"/>
              <a:ea typeface="Arial"/>
              <a:cs typeface="Arial"/>
            </a:endParaRPr>
          </a:p>
        </p:txBody>
      </p:sp>
      <p:sp>
        <p:nvSpPr>
          <p:cNvPr id="232" name="member5-subtitle">
            <a:extLst xmlns:a="http://schemas.openxmlformats.org/drawingml/2006/main">
              <a:ext uri="{FF2B5EF4-FFF2-40B4-BE49-F238E27FC236}">
                <a16:creationId xmlns:a16="http://schemas.microsoft.com/office/drawing/2014/main" id="{C3AEF360-2717-4FA9-BEB8-9363421DAE3A}"/>
              </a:ext>
            </a:extLst>
          </p:cNvPr>
          <p:cNvSpPr>
            <a:spLocks xmlns:a="http://schemas.openxmlformats.org/drawingml/2006/main" noGrp="1"/>
          </p:cNvSpPr>
          <p:nvPr/>
        </p:nvSpPr>
        <p:spPr>
          <a:xfrm xmlns:a="http://schemas.openxmlformats.org/drawingml/2006/main">
            <a:off x="647700" y="1905000"/>
            <a:ext cx="11687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2250">
                <a:solidFill>
                  <a:srgbClr val="765B49"/>
                </a:solidFill>
                <a:latin typeface="Arial"/>
                <a:ea typeface="Arial"/>
                <a:cs typeface="Arial"/>
              </a:defRPr>
            </a:pPr>
            <a:r>
              <a:rPr sz="2250">
                <a:solidFill>
                  <a:srgbClr val="765B49"/>
                </a:solidFill>
                <a:latin typeface="Arial"/>
                <a:ea typeface="Arial"/>
                <a:cs typeface="Arial"/>
              </a:rPr>
              <a:t>Why the Smart Queue Window can help passengers and gate agents</a:t>
            </a:r>
          </a:p>
        </p:txBody>
      </p:sp>
      <p:sp>
        <p:nvSpPr>
          <p:cNvPr id="233" name="member5-column-design">
            <a:extLst xmlns:a="http://schemas.openxmlformats.org/drawingml/2006/main">
              <a:ext uri="{FF2B5EF4-FFF2-40B4-BE49-F238E27FC236}">
                <a16:creationId xmlns:a16="http://schemas.microsoft.com/office/drawing/2014/main" id="{7EEE778A-3E38-47C2-972A-CF838AC3DB6F}"/>
              </a:ext>
            </a:extLst>
          </p:cNvPr>
          <p:cNvSpPr>
            <a:spLocks xmlns:a="http://schemas.openxmlformats.org/drawingml/2006/main" noGrp="1"/>
          </p:cNvSpPr>
          <p:nvPr/>
        </p:nvSpPr>
        <p:spPr>
          <a:xfrm xmlns:a="http://schemas.openxmlformats.org/drawingml/2006/main">
            <a:off x="790575" y="2781300"/>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650" b="1">
                <a:solidFill>
                  <a:srgbClr val="D7651E"/>
                </a:solidFill>
                <a:latin typeface="Arial"/>
                <a:ea typeface="Arial"/>
                <a:cs typeface="Arial"/>
              </a:defRPr>
            </a:pPr>
            <a:r>
              <a:rPr sz="1650" b="1">
                <a:solidFill>
                  <a:srgbClr val="D7651E"/>
                </a:solidFill>
                <a:latin typeface="Arial"/>
                <a:ea typeface="Arial"/>
                <a:cs typeface="Arial"/>
              </a:rPr>
              <a:t>DESIGN RESPONSE</a:t>
            </a:r>
          </a:p>
        </p:txBody>
      </p:sp>
      <p:sp>
        <p:nvSpPr>
          <p:cNvPr id="234" name="member5-column-rationale">
            <a:extLst xmlns:a="http://schemas.openxmlformats.org/drawingml/2006/main">
              <a:ext uri="{FF2B5EF4-FFF2-40B4-BE49-F238E27FC236}">
                <a16:creationId xmlns:a16="http://schemas.microsoft.com/office/drawing/2014/main" id="{61FDE541-90C5-4264-BEB9-28CDF9D09173}"/>
              </a:ext>
            </a:extLst>
          </p:cNvPr>
          <p:cNvSpPr>
            <a:spLocks xmlns:a="http://schemas.openxmlformats.org/drawingml/2006/main" noGrp="1"/>
          </p:cNvSpPr>
          <p:nvPr/>
        </p:nvSpPr>
        <p:spPr>
          <a:xfrm xmlns:a="http://schemas.openxmlformats.org/drawingml/2006/main">
            <a:off x="5638800" y="278130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650" b="1">
                <a:solidFill>
                  <a:srgbClr val="D7651E"/>
                </a:solidFill>
                <a:latin typeface="Arial"/>
                <a:ea typeface="Arial"/>
                <a:cs typeface="Arial"/>
              </a:defRPr>
            </a:pPr>
            <a:r>
              <a:rPr sz="1650" b="1">
                <a:solidFill>
                  <a:srgbClr val="D7651E"/>
                </a:solidFill>
                <a:latin typeface="Arial"/>
                <a:ea typeface="Arial"/>
                <a:cs typeface="Arial"/>
              </a:rPr>
              <a:t>WHY IT HELPS</a:t>
            </a:r>
          </a:p>
        </p:txBody>
      </p:sp>
      <p:sp>
        <p:nvSpPr>
          <p:cNvPr id="235" name="member5-row-1-background">
            <a:extLst xmlns:a="http://schemas.openxmlformats.org/drawingml/2006/main">
              <a:ext uri="{FF2B5EF4-FFF2-40B4-BE49-F238E27FC236}">
                <a16:creationId xmlns:a16="http://schemas.microsoft.com/office/drawing/2014/main" id="{C057EF9C-C09F-41EB-B3A4-8880AACEA630}"/>
              </a:ext>
            </a:extLst>
          </p:cNvPr>
          <p:cNvSpPr>
            <a:spLocks xmlns:a="http://schemas.openxmlformats.org/drawingml/2006/main" noGrp="1"/>
          </p:cNvSpPr>
          <p:nvPr/>
        </p:nvSpPr>
        <p:spPr>
          <a:xfrm xmlns:a="http://schemas.openxmlformats.org/drawingml/2006/main">
            <a:off x="647700" y="3257550"/>
            <a:ext cx="11687175" cy="990600"/>
          </a:xfrm>
          <a:prstGeom xmlns:a="http://schemas.openxmlformats.org/drawingml/2006/main" prst="rect">
            <a:avLst/>
          </a:prstGeom>
          <a:solidFill xmlns:a="http://schemas.openxmlformats.org/drawingml/2006/main">
            <a:srgbClr val="FFF5F0"/>
          </a:solidFill>
          <a:ln xmlns:a="http://schemas.openxmlformats.org/drawingml/2006/main" w="0">
            <a:noFill/>
          </a:ln>
        </p:spPr>
      </p:sp>
      <p:sp>
        <p:nvSpPr>
          <p:cNvPr id="236" name="member5-row-1-number">
            <a:extLst xmlns:a="http://schemas.openxmlformats.org/drawingml/2006/main">
              <a:ext uri="{FF2B5EF4-FFF2-40B4-BE49-F238E27FC236}">
                <a16:creationId xmlns:a16="http://schemas.microsoft.com/office/drawing/2014/main" id="{9262DEB0-5FCC-4842-BC77-177B2801CF79}"/>
              </a:ext>
            </a:extLst>
          </p:cNvPr>
          <p:cNvSpPr>
            <a:spLocks xmlns:a="http://schemas.openxmlformats.org/drawingml/2006/main" noGrp="1"/>
          </p:cNvSpPr>
          <p:nvPr/>
        </p:nvSpPr>
        <p:spPr>
          <a:xfrm xmlns:a="http://schemas.openxmlformats.org/drawingml/2006/main">
            <a:off x="781050" y="32575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800" b="1">
                <a:solidFill>
                  <a:srgbClr val="ED5E32"/>
                </a:solidFill>
                <a:latin typeface="Arial"/>
                <a:ea typeface="Arial"/>
                <a:cs typeface="Arial"/>
              </a:defRPr>
            </a:pPr>
            <a:r>
              <a:rPr sz="1800" b="1">
                <a:solidFill>
                  <a:srgbClr val="ED5E32"/>
                </a:solidFill>
                <a:latin typeface="Arial"/>
                <a:ea typeface="Arial"/>
                <a:cs typeface="Arial"/>
              </a:rPr>
              <a:t>01</a:t>
            </a:r>
          </a:p>
        </p:txBody>
      </p:sp>
      <p:sp>
        <p:nvSpPr>
          <p:cNvPr id="237" name="member5-row-1-feature">
            <a:extLst xmlns:a="http://schemas.openxmlformats.org/drawingml/2006/main">
              <a:ext uri="{FF2B5EF4-FFF2-40B4-BE49-F238E27FC236}">
                <a16:creationId xmlns:a16="http://schemas.microsoft.com/office/drawing/2014/main" id="{71FA2D69-BBB4-4350-87FD-23A0E2232796}"/>
              </a:ext>
            </a:extLst>
          </p:cNvPr>
          <p:cNvSpPr>
            <a:spLocks xmlns:a="http://schemas.openxmlformats.org/drawingml/2006/main" noGrp="1"/>
          </p:cNvSpPr>
          <p:nvPr/>
        </p:nvSpPr>
        <p:spPr>
          <a:xfrm xmlns:a="http://schemas.openxmlformats.org/drawingml/2006/main">
            <a:off x="1381125" y="32575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2025" b="1">
                <a:solidFill>
                  <a:srgbClr val="4A2B16"/>
                </a:solidFill>
                <a:latin typeface="Arial"/>
                <a:ea typeface="Arial"/>
                <a:cs typeface="Arial"/>
              </a:defRPr>
            </a:pPr>
            <a:r>
              <a:rPr sz="2025" b="1">
                <a:solidFill>
                  <a:srgbClr val="4A2B16"/>
                </a:solidFill>
                <a:latin typeface="Arial"/>
                <a:ea typeface="Arial"/>
                <a:cs typeface="Arial"/>
              </a:rPr>
              <a:t>Recommended queue window</a:t>
            </a:r>
          </a:p>
        </p:txBody>
      </p:sp>
      <p:sp>
        <p:nvSpPr>
          <p:cNvPr id="238" name="member5-row-1-divider">
            <a:extLst xmlns:a="http://schemas.openxmlformats.org/drawingml/2006/main">
              <a:ext uri="{FF2B5EF4-FFF2-40B4-BE49-F238E27FC236}">
                <a16:creationId xmlns:a16="http://schemas.microsoft.com/office/drawing/2014/main" id="{1BCE0240-0758-4117-8DFA-F5E91470A746}"/>
              </a:ext>
            </a:extLst>
          </p:cNvPr>
          <p:cNvSpPr>
            <a:spLocks xmlns:a="http://schemas.openxmlformats.org/drawingml/2006/main" noGrp="1"/>
          </p:cNvSpPr>
          <p:nvPr/>
        </p:nvSpPr>
        <p:spPr>
          <a:xfrm xmlns:a="http://schemas.openxmlformats.org/drawingml/2006/main">
            <a:off x="5314950" y="33909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39" name="member5-row-1-rationale">
            <a:extLst xmlns:a="http://schemas.openxmlformats.org/drawingml/2006/main">
              <a:ext uri="{FF2B5EF4-FFF2-40B4-BE49-F238E27FC236}">
                <a16:creationId xmlns:a16="http://schemas.microsoft.com/office/drawing/2014/main" id="{464A036E-F8D8-40AB-BF33-9145C1C4FD39}"/>
              </a:ext>
            </a:extLst>
          </p:cNvPr>
          <p:cNvSpPr>
            <a:spLocks xmlns:a="http://schemas.openxmlformats.org/drawingml/2006/main" noGrp="1"/>
          </p:cNvSpPr>
          <p:nvPr/>
        </p:nvSpPr>
        <p:spPr>
          <a:xfrm xmlns:a="http://schemas.openxmlformats.org/drawingml/2006/main">
            <a:off x="5600700" y="32575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875">
                <a:solidFill>
                  <a:srgbClr val="765B49"/>
                </a:solidFill>
                <a:latin typeface="Arial"/>
                <a:ea typeface="Arial"/>
                <a:cs typeface="Arial"/>
              </a:defRPr>
            </a:pPr>
            <a:r>
              <a:rPr sz="1875">
                <a:solidFill>
                  <a:srgbClr val="765B49"/>
                </a:solidFill>
                <a:latin typeface="Arial"/>
                <a:ea typeface="Arial"/>
                <a:cs typeface="Arial"/>
              </a:rPr>
              <a:t>Passengers know when to join, so they may spend less time standing.</a:t>
            </a:r>
          </a:p>
        </p:txBody>
      </p:sp>
      <p:sp>
        <p:nvSpPr>
          <p:cNvPr id="240" name="member5-row-2-background">
            <a:extLst xmlns:a="http://schemas.openxmlformats.org/drawingml/2006/main">
              <a:ext uri="{FF2B5EF4-FFF2-40B4-BE49-F238E27FC236}">
                <a16:creationId xmlns:a16="http://schemas.microsoft.com/office/drawing/2014/main" id="{1F5F3BE4-5616-4509-943D-D8258F963CD7}"/>
              </a:ext>
            </a:extLst>
          </p:cNvPr>
          <p:cNvSpPr>
            <a:spLocks xmlns:a="http://schemas.openxmlformats.org/drawingml/2006/main" noGrp="1"/>
          </p:cNvSpPr>
          <p:nvPr/>
        </p:nvSpPr>
        <p:spPr>
          <a:xfrm xmlns:a="http://schemas.openxmlformats.org/drawingml/2006/main">
            <a:off x="647700" y="4324350"/>
            <a:ext cx="11687175" cy="990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1" name="member5-row-2-number">
            <a:extLst xmlns:a="http://schemas.openxmlformats.org/drawingml/2006/main">
              <a:ext uri="{FF2B5EF4-FFF2-40B4-BE49-F238E27FC236}">
                <a16:creationId xmlns:a16="http://schemas.microsoft.com/office/drawing/2014/main" id="{15672B3C-8729-4CC5-83A9-28B07824EFF6}"/>
              </a:ext>
            </a:extLst>
          </p:cNvPr>
          <p:cNvSpPr>
            <a:spLocks xmlns:a="http://schemas.openxmlformats.org/drawingml/2006/main" noGrp="1"/>
          </p:cNvSpPr>
          <p:nvPr/>
        </p:nvSpPr>
        <p:spPr>
          <a:xfrm xmlns:a="http://schemas.openxmlformats.org/drawingml/2006/main">
            <a:off x="781050" y="43243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800" b="1">
                <a:solidFill>
                  <a:srgbClr val="ED5E32"/>
                </a:solidFill>
                <a:latin typeface="Arial"/>
                <a:ea typeface="Arial"/>
                <a:cs typeface="Arial"/>
              </a:defRPr>
            </a:pPr>
            <a:r>
              <a:rPr sz="1800" b="1">
                <a:solidFill>
                  <a:srgbClr val="ED5E32"/>
                </a:solidFill>
                <a:latin typeface="Arial"/>
                <a:ea typeface="Arial"/>
                <a:cs typeface="Arial"/>
              </a:rPr>
              <a:t>02</a:t>
            </a:r>
          </a:p>
        </p:txBody>
      </p:sp>
      <p:sp>
        <p:nvSpPr>
          <p:cNvPr id="242" name="member5-row-2-feature">
            <a:extLst xmlns:a="http://schemas.openxmlformats.org/drawingml/2006/main">
              <a:ext uri="{FF2B5EF4-FFF2-40B4-BE49-F238E27FC236}">
                <a16:creationId xmlns:a16="http://schemas.microsoft.com/office/drawing/2014/main" id="{5EBEC7E4-4DDF-4940-AB16-735F2F69A747}"/>
              </a:ext>
            </a:extLst>
          </p:cNvPr>
          <p:cNvSpPr>
            <a:spLocks xmlns:a="http://schemas.openxmlformats.org/drawingml/2006/main" noGrp="1"/>
          </p:cNvSpPr>
          <p:nvPr/>
        </p:nvSpPr>
        <p:spPr>
          <a:xfrm xmlns:a="http://schemas.openxmlformats.org/drawingml/2006/main">
            <a:off x="1381125" y="43243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2025" b="1">
                <a:solidFill>
                  <a:srgbClr val="4A2B16"/>
                </a:solidFill>
                <a:latin typeface="Arial"/>
                <a:ea typeface="Arial"/>
                <a:cs typeface="Arial"/>
              </a:defRPr>
            </a:pPr>
            <a:r>
              <a:rPr sz="2025" b="1">
                <a:solidFill>
                  <a:srgbClr val="4A2B16"/>
                </a:solidFill>
                <a:latin typeface="Arial"/>
                <a:ea typeface="Arial"/>
                <a:cs typeface="Arial"/>
              </a:rPr>
              <a:t>Three simple messages</a:t>
            </a:r>
          </a:p>
        </p:txBody>
      </p:sp>
      <p:sp>
        <p:nvSpPr>
          <p:cNvPr id="243" name="member5-row-2-divider">
            <a:extLst xmlns:a="http://schemas.openxmlformats.org/drawingml/2006/main">
              <a:ext uri="{FF2B5EF4-FFF2-40B4-BE49-F238E27FC236}">
                <a16:creationId xmlns:a16="http://schemas.microsoft.com/office/drawing/2014/main" id="{F9CB838C-0735-40DB-ADF2-21C4508DB1F3}"/>
              </a:ext>
            </a:extLst>
          </p:cNvPr>
          <p:cNvSpPr>
            <a:spLocks xmlns:a="http://schemas.openxmlformats.org/drawingml/2006/main" noGrp="1"/>
          </p:cNvSpPr>
          <p:nvPr/>
        </p:nvSpPr>
        <p:spPr>
          <a:xfrm xmlns:a="http://schemas.openxmlformats.org/drawingml/2006/main">
            <a:off x="5314950" y="44577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44" name="member5-row-2-rationale">
            <a:extLst xmlns:a="http://schemas.openxmlformats.org/drawingml/2006/main">
              <a:ext uri="{FF2B5EF4-FFF2-40B4-BE49-F238E27FC236}">
                <a16:creationId xmlns:a16="http://schemas.microsoft.com/office/drawing/2014/main" id="{4896018B-080F-43B9-A54B-E655320F6D44}"/>
              </a:ext>
            </a:extLst>
          </p:cNvPr>
          <p:cNvSpPr>
            <a:spLocks xmlns:a="http://schemas.openxmlformats.org/drawingml/2006/main" noGrp="1"/>
          </p:cNvSpPr>
          <p:nvPr/>
        </p:nvSpPr>
        <p:spPr>
          <a:xfrm xmlns:a="http://schemas.openxmlformats.org/drawingml/2006/main">
            <a:off x="5600700" y="43243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875">
                <a:solidFill>
                  <a:srgbClr val="765B49"/>
                </a:solidFill>
                <a:latin typeface="Arial"/>
                <a:ea typeface="Arial"/>
                <a:cs typeface="Arial"/>
              </a:defRPr>
            </a:pPr>
            <a:r>
              <a:rPr sz="1875">
                <a:solidFill>
                  <a:srgbClr val="765B49"/>
                </a:solidFill>
                <a:latin typeface="Arial"/>
                <a:ea typeface="Arial"/>
                <a:cs typeface="Arial"/>
              </a:rPr>
              <a:t>WAIT, GET READY and JOIN NOW make the next step clear.</a:t>
            </a:r>
          </a:p>
        </p:txBody>
      </p:sp>
      <p:sp>
        <p:nvSpPr>
          <p:cNvPr id="245" name="member5-row-3-background">
            <a:extLst xmlns:a="http://schemas.openxmlformats.org/drawingml/2006/main">
              <a:ext uri="{FF2B5EF4-FFF2-40B4-BE49-F238E27FC236}">
                <a16:creationId xmlns:a16="http://schemas.microsoft.com/office/drawing/2014/main" id="{BA913F79-2C31-47C1-957C-25C6ECD5844C}"/>
              </a:ext>
            </a:extLst>
          </p:cNvPr>
          <p:cNvSpPr>
            <a:spLocks xmlns:a="http://schemas.openxmlformats.org/drawingml/2006/main" noGrp="1"/>
          </p:cNvSpPr>
          <p:nvPr/>
        </p:nvSpPr>
        <p:spPr>
          <a:xfrm xmlns:a="http://schemas.openxmlformats.org/drawingml/2006/main">
            <a:off x="647700" y="5391150"/>
            <a:ext cx="11687175" cy="990600"/>
          </a:xfrm>
          <a:prstGeom xmlns:a="http://schemas.openxmlformats.org/drawingml/2006/main" prst="rect">
            <a:avLst/>
          </a:prstGeom>
          <a:solidFill xmlns:a="http://schemas.openxmlformats.org/drawingml/2006/main">
            <a:srgbClr val="FFF5F0"/>
          </a:solidFill>
          <a:ln xmlns:a="http://schemas.openxmlformats.org/drawingml/2006/main" w="0">
            <a:noFill/>
          </a:ln>
        </p:spPr>
      </p:sp>
      <p:sp>
        <p:nvSpPr>
          <p:cNvPr id="246" name="member5-row-3-number">
            <a:extLst xmlns:a="http://schemas.openxmlformats.org/drawingml/2006/main">
              <a:ext uri="{FF2B5EF4-FFF2-40B4-BE49-F238E27FC236}">
                <a16:creationId xmlns:a16="http://schemas.microsoft.com/office/drawing/2014/main" id="{C146C4ED-C570-4831-A4A1-4869F81303C4}"/>
              </a:ext>
            </a:extLst>
          </p:cNvPr>
          <p:cNvSpPr>
            <a:spLocks xmlns:a="http://schemas.openxmlformats.org/drawingml/2006/main" noGrp="1"/>
          </p:cNvSpPr>
          <p:nvPr/>
        </p:nvSpPr>
        <p:spPr>
          <a:xfrm xmlns:a="http://schemas.openxmlformats.org/drawingml/2006/main">
            <a:off x="781050" y="53911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800" b="1">
                <a:solidFill>
                  <a:srgbClr val="ED5E32"/>
                </a:solidFill>
                <a:latin typeface="Arial"/>
                <a:ea typeface="Arial"/>
                <a:cs typeface="Arial"/>
              </a:defRPr>
            </a:pPr>
            <a:r>
              <a:rPr sz="1800" b="1">
                <a:solidFill>
                  <a:srgbClr val="ED5E32"/>
                </a:solidFill>
                <a:latin typeface="Arial"/>
                <a:ea typeface="Arial"/>
                <a:cs typeface="Arial"/>
              </a:rPr>
              <a:t>03</a:t>
            </a:r>
          </a:p>
        </p:txBody>
      </p:sp>
      <p:sp>
        <p:nvSpPr>
          <p:cNvPr id="247" name="member5-row-3-feature">
            <a:extLst xmlns:a="http://schemas.openxmlformats.org/drawingml/2006/main">
              <a:ext uri="{FF2B5EF4-FFF2-40B4-BE49-F238E27FC236}">
                <a16:creationId xmlns:a16="http://schemas.microsoft.com/office/drawing/2014/main" id="{5D7981B9-D367-4BC5-A45C-5B0A6C3A94DA}"/>
              </a:ext>
            </a:extLst>
          </p:cNvPr>
          <p:cNvSpPr>
            <a:spLocks xmlns:a="http://schemas.openxmlformats.org/drawingml/2006/main" noGrp="1"/>
          </p:cNvSpPr>
          <p:nvPr/>
        </p:nvSpPr>
        <p:spPr>
          <a:xfrm xmlns:a="http://schemas.openxmlformats.org/drawingml/2006/main">
            <a:off x="1381125" y="53911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2025" b="1">
                <a:solidFill>
                  <a:srgbClr val="4A2B16"/>
                </a:solidFill>
                <a:latin typeface="Arial"/>
                <a:ea typeface="Arial"/>
                <a:cs typeface="Arial"/>
              </a:defRPr>
            </a:pPr>
            <a:r>
              <a:rPr sz="2025" b="1">
                <a:solidFill>
                  <a:srgbClr val="4A2B16"/>
                </a:solidFill>
                <a:latin typeface="Arial"/>
                <a:ea typeface="Arial"/>
                <a:cs typeface="Arial"/>
              </a:rPr>
              <a:t>Live information</a:t>
            </a:r>
          </a:p>
        </p:txBody>
      </p:sp>
      <p:sp>
        <p:nvSpPr>
          <p:cNvPr id="248" name="member5-row-3-divider">
            <a:extLst xmlns:a="http://schemas.openxmlformats.org/drawingml/2006/main">
              <a:ext uri="{FF2B5EF4-FFF2-40B4-BE49-F238E27FC236}">
                <a16:creationId xmlns:a16="http://schemas.microsoft.com/office/drawing/2014/main" id="{45BB53A5-9D27-4C76-855A-B5FFD3BCC2F0}"/>
              </a:ext>
            </a:extLst>
          </p:cNvPr>
          <p:cNvSpPr>
            <a:spLocks xmlns:a="http://schemas.openxmlformats.org/drawingml/2006/main" noGrp="1"/>
          </p:cNvSpPr>
          <p:nvPr/>
        </p:nvSpPr>
        <p:spPr>
          <a:xfrm xmlns:a="http://schemas.openxmlformats.org/drawingml/2006/main">
            <a:off x="5314950" y="55245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49" name="member5-row-3-rationale">
            <a:extLst xmlns:a="http://schemas.openxmlformats.org/drawingml/2006/main">
              <a:ext uri="{FF2B5EF4-FFF2-40B4-BE49-F238E27FC236}">
                <a16:creationId xmlns:a16="http://schemas.microsoft.com/office/drawing/2014/main" id="{A9BE7494-26D5-42DE-A56A-7C76C2DE957A}"/>
              </a:ext>
            </a:extLst>
          </p:cNvPr>
          <p:cNvSpPr>
            <a:spLocks xmlns:a="http://schemas.openxmlformats.org/drawingml/2006/main" noGrp="1"/>
          </p:cNvSpPr>
          <p:nvPr/>
        </p:nvSpPr>
        <p:spPr>
          <a:xfrm xmlns:a="http://schemas.openxmlformats.org/drawingml/2006/main">
            <a:off x="5600700" y="53911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875">
                <a:solidFill>
                  <a:srgbClr val="765B49"/>
                </a:solidFill>
                <a:latin typeface="Arial"/>
                <a:ea typeface="Arial"/>
                <a:cs typeface="Arial"/>
              </a:defRPr>
            </a:pPr>
            <a:r>
              <a:rPr sz="1875">
                <a:solidFill>
                  <a:srgbClr val="765B49"/>
                </a:solidFill>
                <a:latin typeface="Arial"/>
                <a:ea typeface="Arial"/>
                <a:cs typeface="Arial"/>
              </a:rPr>
              <a:t>The suggestion changes with the queue and boarding progress.</a:t>
            </a:r>
          </a:p>
        </p:txBody>
      </p:sp>
      <p:sp>
        <p:nvSpPr>
          <p:cNvPr id="250" name="member5-row-4-background">
            <a:extLst xmlns:a="http://schemas.openxmlformats.org/drawingml/2006/main">
              <a:ext uri="{FF2B5EF4-FFF2-40B4-BE49-F238E27FC236}">
                <a16:creationId xmlns:a16="http://schemas.microsoft.com/office/drawing/2014/main" id="{412DFE61-F1F3-42FD-BDC2-FF3D9913C1CA}"/>
              </a:ext>
            </a:extLst>
          </p:cNvPr>
          <p:cNvSpPr>
            <a:spLocks xmlns:a="http://schemas.openxmlformats.org/drawingml/2006/main" noGrp="1"/>
          </p:cNvSpPr>
          <p:nvPr/>
        </p:nvSpPr>
        <p:spPr>
          <a:xfrm xmlns:a="http://schemas.openxmlformats.org/drawingml/2006/main">
            <a:off x="647700" y="6457950"/>
            <a:ext cx="11687175" cy="990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1" name="member5-row-4-number">
            <a:extLst xmlns:a="http://schemas.openxmlformats.org/drawingml/2006/main">
              <a:ext uri="{FF2B5EF4-FFF2-40B4-BE49-F238E27FC236}">
                <a16:creationId xmlns:a16="http://schemas.microsoft.com/office/drawing/2014/main" id="{D892D84B-F4CB-46F8-BA5E-BF7F2E657555}"/>
              </a:ext>
            </a:extLst>
          </p:cNvPr>
          <p:cNvSpPr>
            <a:spLocks xmlns:a="http://schemas.openxmlformats.org/drawingml/2006/main" noGrp="1"/>
          </p:cNvSpPr>
          <p:nvPr/>
        </p:nvSpPr>
        <p:spPr>
          <a:xfrm xmlns:a="http://schemas.openxmlformats.org/drawingml/2006/main">
            <a:off x="781050" y="64579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800" b="1">
                <a:solidFill>
                  <a:srgbClr val="ED5E32"/>
                </a:solidFill>
                <a:latin typeface="Arial"/>
                <a:ea typeface="Arial"/>
                <a:cs typeface="Arial"/>
              </a:defRPr>
            </a:pPr>
            <a:r>
              <a:rPr sz="1800" b="1">
                <a:solidFill>
                  <a:srgbClr val="ED5E32"/>
                </a:solidFill>
                <a:latin typeface="Arial"/>
                <a:ea typeface="Arial"/>
                <a:cs typeface="Arial"/>
              </a:rPr>
              <a:t>04</a:t>
            </a:r>
          </a:p>
        </p:txBody>
      </p:sp>
      <p:sp>
        <p:nvSpPr>
          <p:cNvPr id="252" name="member5-row-4-feature">
            <a:extLst xmlns:a="http://schemas.openxmlformats.org/drawingml/2006/main">
              <a:ext uri="{FF2B5EF4-FFF2-40B4-BE49-F238E27FC236}">
                <a16:creationId xmlns:a16="http://schemas.microsoft.com/office/drawing/2014/main" id="{BBCDE353-94BE-499A-B8D7-E264FC535C99}"/>
              </a:ext>
            </a:extLst>
          </p:cNvPr>
          <p:cNvSpPr>
            <a:spLocks xmlns:a="http://schemas.openxmlformats.org/drawingml/2006/main" noGrp="1"/>
          </p:cNvSpPr>
          <p:nvPr/>
        </p:nvSpPr>
        <p:spPr>
          <a:xfrm xmlns:a="http://schemas.openxmlformats.org/drawingml/2006/main">
            <a:off x="1381125" y="64579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2025" b="1">
                <a:solidFill>
                  <a:srgbClr val="4A2B16"/>
                </a:solidFill>
                <a:latin typeface="Arial"/>
                <a:ea typeface="Arial"/>
                <a:cs typeface="Arial"/>
              </a:defRPr>
            </a:pPr>
            <a:r>
              <a:rPr sz="2025" b="1">
                <a:solidFill>
                  <a:srgbClr val="4A2B16"/>
                </a:solidFill>
                <a:latin typeface="Arial"/>
                <a:ea typeface="Arial"/>
                <a:cs typeface="Arial"/>
              </a:rPr>
              <a:t>Automatic guidance</a:t>
            </a:r>
          </a:p>
        </p:txBody>
      </p:sp>
      <p:sp>
        <p:nvSpPr>
          <p:cNvPr id="253" name="member5-row-4-divider">
            <a:extLst xmlns:a="http://schemas.openxmlformats.org/drawingml/2006/main">
              <a:ext uri="{FF2B5EF4-FFF2-40B4-BE49-F238E27FC236}">
                <a16:creationId xmlns:a16="http://schemas.microsoft.com/office/drawing/2014/main" id="{BCF95DFC-57E8-4224-8582-411BC9DF5DA3}"/>
              </a:ext>
            </a:extLst>
          </p:cNvPr>
          <p:cNvSpPr>
            <a:spLocks xmlns:a="http://schemas.openxmlformats.org/drawingml/2006/main" noGrp="1"/>
          </p:cNvSpPr>
          <p:nvPr/>
        </p:nvSpPr>
        <p:spPr>
          <a:xfrm xmlns:a="http://schemas.openxmlformats.org/drawingml/2006/main">
            <a:off x="5314950" y="65913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54" name="member5-row-4-rationale">
            <a:extLst xmlns:a="http://schemas.openxmlformats.org/drawingml/2006/main">
              <a:ext uri="{FF2B5EF4-FFF2-40B4-BE49-F238E27FC236}">
                <a16:creationId xmlns:a16="http://schemas.microsoft.com/office/drawing/2014/main" id="{836C9C47-6FAE-4D0E-9C27-6BE168E15E2E}"/>
              </a:ext>
            </a:extLst>
          </p:cNvPr>
          <p:cNvSpPr>
            <a:spLocks xmlns:a="http://schemas.openxmlformats.org/drawingml/2006/main" noGrp="1"/>
          </p:cNvSpPr>
          <p:nvPr/>
        </p:nvSpPr>
        <p:spPr>
          <a:xfrm xmlns:a="http://schemas.openxmlformats.org/drawingml/2006/main">
            <a:off x="5600700" y="64579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875">
                <a:solidFill>
                  <a:srgbClr val="765B49"/>
                </a:solidFill>
                <a:latin typeface="Arial"/>
                <a:ea typeface="Arial"/>
                <a:cs typeface="Arial"/>
              </a:defRPr>
            </a:pPr>
            <a:r>
              <a:rPr sz="1875">
                <a:solidFill>
                  <a:srgbClr val="765B49"/>
                </a:solidFill>
                <a:latin typeface="Arial"/>
                <a:ea typeface="Arial"/>
                <a:cs typeface="Arial"/>
              </a:rPr>
              <a:t>Sensors and boarding information provide guidance without extra work for gate agents.</a:t>
            </a:r>
          </a:p>
        </p:txBody>
      </p:sp>
      <p:sp>
        <p:nvSpPr>
          <p:cNvPr id="255" name="member5-row-5-background">
            <a:extLst xmlns:a="http://schemas.openxmlformats.org/drawingml/2006/main">
              <a:ext uri="{FF2B5EF4-FFF2-40B4-BE49-F238E27FC236}">
                <a16:creationId xmlns:a16="http://schemas.microsoft.com/office/drawing/2014/main" id="{42CCDC71-96D8-45AA-A311-F0DA42592469}"/>
              </a:ext>
            </a:extLst>
          </p:cNvPr>
          <p:cNvSpPr>
            <a:spLocks xmlns:a="http://schemas.openxmlformats.org/drawingml/2006/main" noGrp="1"/>
          </p:cNvSpPr>
          <p:nvPr/>
        </p:nvSpPr>
        <p:spPr>
          <a:xfrm xmlns:a="http://schemas.openxmlformats.org/drawingml/2006/main">
            <a:off x="647700" y="7524750"/>
            <a:ext cx="11687175" cy="990600"/>
          </a:xfrm>
          <a:prstGeom xmlns:a="http://schemas.openxmlformats.org/drawingml/2006/main" prst="rect">
            <a:avLst/>
          </a:prstGeom>
          <a:solidFill xmlns:a="http://schemas.openxmlformats.org/drawingml/2006/main">
            <a:srgbClr val="FDE8DD"/>
          </a:solidFill>
          <a:ln xmlns:a="http://schemas.openxmlformats.org/drawingml/2006/main" w="0">
            <a:noFill/>
          </a:ln>
        </p:spPr>
      </p:sp>
      <p:sp>
        <p:nvSpPr>
          <p:cNvPr id="256" name="member5-row-5-number">
            <a:extLst xmlns:a="http://schemas.openxmlformats.org/drawingml/2006/main">
              <a:ext uri="{FF2B5EF4-FFF2-40B4-BE49-F238E27FC236}">
                <a16:creationId xmlns:a16="http://schemas.microsoft.com/office/drawing/2014/main" id="{E340B105-470B-4FB6-9029-6F1EEF3D49AF}"/>
              </a:ext>
            </a:extLst>
          </p:cNvPr>
          <p:cNvSpPr>
            <a:spLocks xmlns:a="http://schemas.openxmlformats.org/drawingml/2006/main" noGrp="1"/>
          </p:cNvSpPr>
          <p:nvPr/>
        </p:nvSpPr>
        <p:spPr>
          <a:xfrm xmlns:a="http://schemas.openxmlformats.org/drawingml/2006/main">
            <a:off x="781050" y="75247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800" b="1">
                <a:solidFill>
                  <a:srgbClr val="ED5E32"/>
                </a:solidFill>
                <a:latin typeface="Arial"/>
                <a:ea typeface="Arial"/>
                <a:cs typeface="Arial"/>
              </a:defRPr>
            </a:pPr>
            <a:r>
              <a:rPr sz="1800" b="1">
                <a:solidFill>
                  <a:srgbClr val="ED5E32"/>
                </a:solidFill>
                <a:latin typeface="Arial"/>
                <a:ea typeface="Arial"/>
                <a:cs typeface="Arial"/>
              </a:rPr>
              <a:t>05</a:t>
            </a:r>
          </a:p>
        </p:txBody>
      </p:sp>
      <p:sp>
        <p:nvSpPr>
          <p:cNvPr id="257" name="member5-row-5-feature">
            <a:extLst xmlns:a="http://schemas.openxmlformats.org/drawingml/2006/main">
              <a:ext uri="{FF2B5EF4-FFF2-40B4-BE49-F238E27FC236}">
                <a16:creationId xmlns:a16="http://schemas.microsoft.com/office/drawing/2014/main" id="{B5360989-1B30-4530-B3FA-F09DE723F30D}"/>
              </a:ext>
            </a:extLst>
          </p:cNvPr>
          <p:cNvSpPr>
            <a:spLocks xmlns:a="http://schemas.openxmlformats.org/drawingml/2006/main" noGrp="1"/>
          </p:cNvSpPr>
          <p:nvPr/>
        </p:nvSpPr>
        <p:spPr>
          <a:xfrm xmlns:a="http://schemas.openxmlformats.org/drawingml/2006/main">
            <a:off x="1381125" y="75247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2025" b="1">
                <a:solidFill>
                  <a:srgbClr val="4A2B16"/>
                </a:solidFill>
                <a:latin typeface="Arial"/>
                <a:ea typeface="Arial"/>
                <a:cs typeface="Arial"/>
              </a:defRPr>
            </a:pPr>
            <a:r>
              <a:rPr sz="2025" b="1">
                <a:solidFill>
                  <a:srgbClr val="4A2B16"/>
                </a:solidFill>
                <a:latin typeface="Arial"/>
                <a:ea typeface="Arial"/>
                <a:cs typeface="Arial"/>
              </a:rPr>
              <a:t>Suggestions only</a:t>
            </a:r>
          </a:p>
        </p:txBody>
      </p:sp>
      <p:sp>
        <p:nvSpPr>
          <p:cNvPr id="258" name="member5-row-5-divider">
            <a:extLst xmlns:a="http://schemas.openxmlformats.org/drawingml/2006/main">
              <a:ext uri="{FF2B5EF4-FFF2-40B4-BE49-F238E27FC236}">
                <a16:creationId xmlns:a16="http://schemas.microsoft.com/office/drawing/2014/main" id="{D205F963-FA8E-48B2-BD24-A24024B6F005}"/>
              </a:ext>
            </a:extLst>
          </p:cNvPr>
          <p:cNvSpPr>
            <a:spLocks xmlns:a="http://schemas.openxmlformats.org/drawingml/2006/main" noGrp="1"/>
          </p:cNvSpPr>
          <p:nvPr/>
        </p:nvSpPr>
        <p:spPr>
          <a:xfrm xmlns:a="http://schemas.openxmlformats.org/drawingml/2006/main">
            <a:off x="5314950" y="76581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59" name="member5-row-5-rationale">
            <a:extLst xmlns:a="http://schemas.openxmlformats.org/drawingml/2006/main">
              <a:ext uri="{FF2B5EF4-FFF2-40B4-BE49-F238E27FC236}">
                <a16:creationId xmlns:a16="http://schemas.microsoft.com/office/drawing/2014/main" id="{FFD0CC9C-C9B4-4221-92EA-0AC972CC3417}"/>
              </a:ext>
            </a:extLst>
          </p:cNvPr>
          <p:cNvSpPr>
            <a:spLocks xmlns:a="http://schemas.openxmlformats.org/drawingml/2006/main" noGrp="1"/>
          </p:cNvSpPr>
          <p:nvPr/>
        </p:nvSpPr>
        <p:spPr>
          <a:xfrm xmlns:a="http://schemas.openxmlformats.org/drawingml/2006/main">
            <a:off x="5600700" y="75247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875">
                <a:solidFill>
                  <a:srgbClr val="765B49"/>
                </a:solidFill>
                <a:latin typeface="Arial"/>
                <a:ea typeface="Arial"/>
                <a:cs typeface="Arial"/>
              </a:defRPr>
            </a:pPr>
            <a:r>
              <a:rPr sz="1875">
                <a:solidFill>
                  <a:srgbClr val="765B49"/>
                </a:solidFill>
                <a:latin typeface="Arial"/>
                <a:ea typeface="Arial"/>
                <a:cs typeface="Arial"/>
              </a:rPr>
              <a:t>Passengers still follow airline announcements and gate closing times.</a:t>
            </a:r>
          </a:p>
        </p:txBody>
      </p:sp>
      <p:sp>
        <p:nvSpPr>
          <p:cNvPr id="260" name="member5-validation-note">
            <a:extLst xmlns:a="http://schemas.openxmlformats.org/drawingml/2006/main">
              <a:ext uri="{FF2B5EF4-FFF2-40B4-BE49-F238E27FC236}">
                <a16:creationId xmlns:a16="http://schemas.microsoft.com/office/drawing/2014/main" id="{05E331CE-A687-446A-B36A-1A846E13AC2F}"/>
              </a:ext>
            </a:extLst>
          </p:cNvPr>
          <p:cNvSpPr>
            <a:spLocks xmlns:a="http://schemas.openxmlformats.org/drawingml/2006/main" noGrp="1"/>
          </p:cNvSpPr>
          <p:nvPr/>
        </p:nvSpPr>
        <p:spPr>
          <a:xfrm xmlns:a="http://schemas.openxmlformats.org/drawingml/2006/main">
            <a:off x="647700" y="8810625"/>
            <a:ext cx="1168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buNone/>
              <a:defRPr sz="1350" i="1">
                <a:solidFill>
                  <a:srgbClr val="9A7864"/>
                </a:solidFill>
                <a:latin typeface="Arial"/>
                <a:ea typeface="Arial"/>
                <a:cs typeface="Arial"/>
              </a:defRPr>
            </a:pPr>
            <a:r>
              <a:rPr sz="1350" i="1">
                <a:solidFill>
                  <a:srgbClr val="9A7864"/>
                </a:solidFill>
                <a:latin typeface="Arial"/>
                <a:ea typeface="Arial"/>
                <a:cs typeface="Arial"/>
              </a:rPr>
              <a:t>These expected benefits still need to be tested.</a:t>
            </a:r>
          </a:p>
        </p:txBody>
      </p:sp>
    </p:spTree>
    <p:extLst>
      <p:ext uri="{BB962C8B-B14F-4D97-AF65-F5344CB8AC3E}">
        <p14:creationId xmlns:p14="http://schemas.microsoft.com/office/powerpoint/2010/main" val="133084971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cxnSp>
        <p:nvCxnSpPr>
          <p:cNvPr id="240" name="Google Shape;236;g409fd1d7f77_0_11"/>
          <p:cNvCxnSpPr/>
          <p:nvPr/>
        </p:nvCxnSpPr>
        <p:spPr>
          <a:xfrm xmlns:a="http://schemas.openxmlformats.org/drawingml/2006/main">
            <a:off x="487676" y="1551747"/>
            <a:ext cx="12028500" cy="13500"/>
          </a:xfrm>
          <a:prstGeom xmlns:a="http://schemas.openxmlformats.org/drawingml/2006/main" prst="straightConnector1">
            <a:avLst/>
          </a:prstGeom>
          <a:ln xmlns:a="http://schemas.openxmlformats.org/drawingml/2006/main" w="31750" cap="flat">
            <a:solidFill>
              <a:srgbClr val="ED5E32"/>
            </a:solidFill>
            <a:prstDash val="solid"/>
            <a:round/>
            <a:headEnd type="none" w="sm" len="sm"/>
            <a:tailEnd type="none" w="sm" len="sm"/>
          </a:ln>
        </p:spPr>
      </p:cxnSp>
      <p:sp>
        <p:nvSpPr>
          <p:cNvPr id="237" name="Google Shape;237;g409fd1d7f77_0_11">
            <a:extLst xmlns:a="http://schemas.openxmlformats.org/drawingml/2006/main">
              <a:ext uri="{FF2B5EF4-FFF2-40B4-BE49-F238E27FC236}">
                <a16:creationId xmlns:a16="http://schemas.microsoft.com/office/drawing/2014/main" id="{20ABEDC5-915B-4493-A324-1B246F26B767}"/>
              </a:ext>
            </a:extLst>
          </p:cNvPr>
          <p:cNvSpPr>
            <a:spLocks xmlns:a="http://schemas.openxmlformats.org/drawingml/2006/main" noGrp="1"/>
          </p:cNvSpPr>
          <p:nvPr/>
        </p:nvSpPr>
        <p:spPr>
          <a:xfrm xmlns:a="http://schemas.openxmlformats.org/drawingml/2006/main">
            <a:off x="487676" y="662830"/>
            <a:ext cx="12028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00000"/>
              </a:lnSpc>
              <a:spcBef>
                <a:spcPts val="0"/>
              </a:spcBef>
              <a:spcAft>
                <a:spcPts val="0"/>
              </a:spcAft>
              <a:buClr>
                <a:srgbClr val="ED5E32"/>
              </a:buClr>
              <a:buSzPts val="3840"/>
              <a:buFont typeface="Arial"/>
              <a:buNone/>
            </a:pPr>
            <a:r>
              <a:rPr sz="3840" b="1">
                <a:solidFill>
                  <a:srgbClr val="ED5E32"/>
                </a:solidFill>
              </a:rPr>
              <a:t>References</a:t>
            </a:r>
            <a:endParaRPr sz="3840" b="1" i="0" u="none" cap="none">
              <a:solidFill>
                <a:srgbClr val="ED5E32"/>
              </a:solidFill>
              <a:latin typeface="Arial"/>
              <a:ea typeface="Arial"/>
              <a:cs typeface="Arial"/>
            </a:endParaRPr>
          </a:p>
        </p:txBody>
      </p:sp>
      <p:sp>
        <p:nvSpPr>
          <p:cNvPr id="238" name="Google Shape;238;g409fd1d7f77_0_11">
            <a:extLst xmlns:a="http://schemas.openxmlformats.org/drawingml/2006/main">
              <a:ext uri="{FF2B5EF4-FFF2-40B4-BE49-F238E27FC236}">
                <a16:creationId xmlns:a16="http://schemas.microsoft.com/office/drawing/2014/main" id="{04C240FA-E84A-4F59-9B9A-CC4245F62541}"/>
              </a:ext>
            </a:extLst>
          </p:cNvPr>
          <p:cNvSpPr>
            <a:spLocks xmlns:a="http://schemas.openxmlformats.org/drawingml/2006/main" noGrp="1"/>
          </p:cNvSpPr>
          <p:nvPr/>
        </p:nvSpPr>
        <p:spPr>
          <a:xfrm xmlns:a="http://schemas.openxmlformats.org/drawingml/2006/main">
            <a:off x="835050" y="2482900"/>
            <a:ext cx="11333100" cy="478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55600" algn="l">
              <a:spcBef>
                <a:spcPts val="0"/>
              </a:spcBef>
              <a:spcAft>
                <a:spcPts val="0"/>
              </a:spcAft>
              <a:buClr>
                <a:schemeClr val="dk1"/>
              </a:buClr>
              <a:buSzPts val="2000"/>
              <a:buChar char="●"/>
            </a:pPr>
            <a:r>
              <a:rPr sz="2000">
                <a:solidFill>
                  <a:schemeClr val="dk1"/>
                </a:solidFill>
              </a:rPr>
              <a:t>Rodríguez-Sanz, Á., Fernández de Marcos, A., Pérez-Castán, J. A., Comendador, F. G., Arnaldo Valdés, R., &amp; París Loreiro, Á. (2021). Queue behavioural patterns for passengers at airport terminals: A machine learning approach. </a:t>
            </a:r>
            <a:r>
              <a:rPr sz="2000" i="1">
                <a:solidFill>
                  <a:schemeClr val="dk1"/>
                </a:solidFill>
              </a:rPr>
              <a:t>Journal of Air Transport Management</a:t>
            </a:r>
            <a:r>
              <a:rPr sz="2000">
                <a:solidFill>
                  <a:schemeClr val="dk1"/>
                </a:solidFill>
              </a:rPr>
              <a:t>, </a:t>
            </a:r>
            <a:r>
              <a:rPr sz="2000" i="1">
                <a:solidFill>
                  <a:schemeClr val="dk1"/>
                </a:solidFill>
              </a:rPr>
              <a:t>90</a:t>
            </a:r>
            <a:r>
              <a:rPr sz="2000">
                <a:solidFill>
                  <a:schemeClr val="dk1"/>
                </a:solidFill>
              </a:rPr>
              <a:t>, Article 101940. </a:t>
            </a:r>
            <a:r>
              <a:rPr sz="2000" u="sng">
                <a:solidFill>
                  <a:schemeClr val="hlink"/>
                </a:solidFill>
                <a:hlinkClick xmlns:r="http://schemas.openxmlformats.org/officeDocument/2006/relationships" r:id="Rf2cf7d5231b94d6f"/>
              </a:rPr>
              <a:t>https://doi.org/10.1016/j.jairtraman.2020.101940</a:t>
            </a:r>
            <a:endParaRPr sz="2000">
              <a:solidFill>
                <a:schemeClr val="dk1"/>
              </a:solidFill>
            </a:endParaRPr>
          </a:p>
          <a:p xmlns:a="http://schemas.openxmlformats.org/drawingml/2006/main">
            <a:pPr marL="457200" lvl="0" indent="-355600" algn="l">
              <a:spcBef>
                <a:spcPts val="0"/>
              </a:spcBef>
              <a:spcAft>
                <a:spcPts val="0"/>
              </a:spcAft>
              <a:buClr>
                <a:schemeClr val="dk1"/>
              </a:buClr>
              <a:buSzPts val="2000"/>
              <a:buChar char="●"/>
            </a:pPr>
            <a:r>
              <a:rPr sz="2000">
                <a:solidFill>
                  <a:schemeClr val="dk1"/>
                </a:solidFill>
              </a:rPr>
              <a:t>Choi, S., Moon, C., Lee, K., Su, X., Hwang, J., &amp; Kim, I. (2024). Exploring Smart Airports’ Information Service Technology for Sustainability: Integration of the Delphi and Kano Approaches. Sustainability, 16(20), 8958. https://doi.org/10.3390/su16208958</a:t>
            </a:r>
            <a:endParaRPr sz="2000">
              <a:solidFill>
                <a:schemeClr val="dk1"/>
              </a:solidFill>
            </a:endParaRPr>
          </a:p>
          <a:p xmlns:a="http://schemas.openxmlformats.org/drawingml/2006/main">
            <a:pPr marL="457200" lvl="0" indent="-355600" algn="l">
              <a:spcBef>
                <a:spcPts val="0"/>
              </a:spcBef>
              <a:spcAft>
                <a:spcPts val="0"/>
              </a:spcAft>
              <a:buClr>
                <a:schemeClr val="dk1"/>
              </a:buClr>
              <a:buSzPts val="2000"/>
              <a:buChar char="●"/>
            </a:pPr>
            <a:r>
              <a:t/>
            </a:r>
            <a:endParaRPr sz="2000">
              <a:solidFill>
                <a:schemeClr val="dk1"/>
              </a:solidFill>
            </a:endParaRPr>
          </a:p>
          <a:p xmlns:a="http://schemas.openxmlformats.org/drawingml/2006/main">
            <a:pPr marL="0" lvl="0" indent="0" algn="l">
              <a:spcBef>
                <a:spcPts val="0"/>
              </a:spcBef>
              <a:spcAft>
                <a:spcPts val="0"/>
              </a:spcAft>
              <a:buNone/>
            </a:pPr>
            <a:r>
              <a:t/>
            </a:r>
            <a:endParaRPr sz="2000">
              <a:solidFill>
                <a:schemeClr val="dk1"/>
              </a:solidFill>
            </a:endParaRPr>
          </a:p>
        </p:txBody>
      </p:sp>
    </p:spTree>
    <p:extLst>
      <p:ext uri="{BB962C8B-B14F-4D97-AF65-F5344CB8AC3E}">
        <p14:creationId xmlns:p14="http://schemas.microsoft.com/office/powerpoint/2010/main" val="736039138"/>
      </p:ext>
    </p:extLst>
  </p:cSld>
</p:sld>
</file>

<file path=ppt/slides/slide10.xml><?xml version="1.0" encoding="utf-8"?>
<p:sld xmlns:p="http://schemas.openxmlformats.org/presentationml/2006/main">
  <p:cSld>
    <p:bg>
      <p:bgPr>
        <a:blipFill xmlns:a="http://schemas.openxmlformats.org/drawingml/2006/main">
          <a:blip xmlns:r="http://schemas.openxmlformats.org/officeDocument/2006/relationships" r:embed="R4e9166139e904783">
            <a:alphaModFix/>
          </a:blip>
          <a:stretch>
            <a:fillRect l="0" t="0" r="0" b="0"/>
          </a:stretch>
        </a:blipFill>
      </p:bgPr>
    </p:bg>
    <p:spTree>
      <p:nvGrpSpPr>
        <p:cNvPr id="1" name=""/>
        <p:cNvGrpSpPr/>
        <p:nvPr/>
      </p:nvGrpSpPr>
      <p:grpSpPr>
        <a:xfrm xmlns:a="http://schemas.openxmlformats.org/drawingml/2006/main"/>
      </p:grpSpPr>
      <p:sp>
        <p:nvSpPr>
          <p:cNvPr id="243" name="Google Shape;243;p3">
            <a:extLst xmlns:a="http://schemas.openxmlformats.org/drawingml/2006/main">
              <a:ext uri="{FF2B5EF4-FFF2-40B4-BE49-F238E27FC236}">
                <a16:creationId xmlns:a16="http://schemas.microsoft.com/office/drawing/2014/main" id="{E3E201DA-546D-444E-A77B-6F3C84D31114}"/>
              </a:ext>
            </a:extLst>
          </p:cNvPr>
          <p:cNvSpPr>
            <a:spLocks xmlns:a="http://schemas.openxmlformats.org/drawingml/2006/main" noGrp="1"/>
          </p:cNvSpPr>
          <p:nvPr/>
        </p:nvSpPr>
        <p:spPr>
          <a:xfrm xmlns:a="http://schemas.openxmlformats.org/drawingml/2006/main">
            <a:off x="-635" y="9371330"/>
            <a:ext cx="13027800" cy="381000"/>
          </a:xfrm>
          <a:prstGeom xmlns:a="http://schemas.openxmlformats.org/drawingml/2006/main" prst="rect">
            <a:avLst/>
          </a:prstGeom>
          <a:solidFill xmlns:a="http://schemas.openxmlformats.org/drawingml/2006/main">
            <a:srgbClr val="ED5E32"/>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pic>
        <p:nvPicPr>
          <p:cNvPr id="252" name="Google Shape;244;p3"/>
          <p:cNvPicPr>
            <a:picLocks xmlns:a="http://schemas.openxmlformats.org/drawingml/2006/main" noChangeAspect="1"/>
          </p:cNvPicPr>
          <p:nvPr/>
        </p:nvPicPr>
        <p:blipFill rotWithShape="1">
          <a:blip xmlns:r="http://schemas.openxmlformats.org/officeDocument/2006/relationships" xmlns:a="http://schemas.openxmlformats.org/drawingml/2006/main" r:embed="R4dc073fe01fc4455">
            <a:alphaModFix/>
          </a:blip>
          <a:srcRect xmlns:a="http://schemas.openxmlformats.org/drawingml/2006/main" l="0" t="0" r="0" b="0"/>
          <a:stretch xmlns:a="http://schemas.openxmlformats.org/drawingml/2006/main"/>
        </p:blipFill>
        <p:spPr>
          <a:xfrm xmlns:a="http://schemas.openxmlformats.org/drawingml/2006/main">
            <a:off x="6526700" y="0"/>
            <a:ext cx="6476166" cy="9752325"/>
          </a:xfrm>
          <a:prstGeom xmlns:a="http://schemas.openxmlformats.org/drawingml/2006/main" prst="rect">
            <a:avLst/>
          </a:prstGeom>
          <a:ln xmlns:a="http://schemas.openxmlformats.org/drawingml/2006/main">
            <a:noFill/>
          </a:ln>
        </p:spPr>
      </p:pic>
      <p:pic>
        <p:nvPicPr>
          <p:cNvPr id="253" name="Google Shape;245;p3"/>
          <p:cNvPicPr>
            <a:picLocks xmlns:a="http://schemas.openxmlformats.org/drawingml/2006/main" noChangeAspect="1"/>
          </p:cNvPicPr>
          <p:nvPr/>
        </p:nvPicPr>
        <p:blipFill rotWithShape="1">
          <a:blip xmlns:r="http://schemas.openxmlformats.org/officeDocument/2006/relationships" xmlns:a="http://schemas.openxmlformats.org/drawingml/2006/main" r:embed="Rfe5701563e994647">
            <a:alphaModFix/>
          </a:blip>
          <a:srcRect xmlns:a="http://schemas.openxmlformats.org/drawingml/2006/main" l="0" t="0" r="0" b="0"/>
          <a:stretch xmlns:a="http://schemas.openxmlformats.org/drawingml/2006/main"/>
        </p:blipFill>
        <p:spPr>
          <a:xfrm xmlns:a="http://schemas.openxmlformats.org/drawingml/2006/main">
            <a:off x="6653838" y="3799775"/>
            <a:ext cx="6221900" cy="2152777"/>
          </a:xfrm>
          <a:prstGeom xmlns:a="http://schemas.openxmlformats.org/drawingml/2006/main" prst="rect">
            <a:avLst/>
          </a:prstGeom>
          <a:ln xmlns:a="http://schemas.openxmlformats.org/drawingml/2006/main">
            <a:noFill/>
          </a:ln>
        </p:spPr>
      </p:pic>
      <p:pic>
        <p:nvPicPr>
          <p:cNvPr id="254" name="Google Shape;246;p3"/>
          <p:cNvPicPr>
            <a:picLocks xmlns:a="http://schemas.openxmlformats.org/drawingml/2006/main" noChangeAspect="1"/>
          </p:cNvPicPr>
          <p:nvPr/>
        </p:nvPicPr>
        <p:blipFill rotWithShape="1">
          <a:blip xmlns:r="http://schemas.openxmlformats.org/officeDocument/2006/relationships" xmlns:a="http://schemas.openxmlformats.org/drawingml/2006/main" r:embed="R4c5120e014a64e2e">
            <a:alphaModFix/>
          </a:blip>
          <a:srcRect xmlns:a="http://schemas.openxmlformats.org/drawingml/2006/main" l="0" t="0" r="0" b="0"/>
          <a:stretch xmlns:a="http://schemas.openxmlformats.org/drawingml/2006/main"/>
        </p:blipFill>
        <p:spPr>
          <a:xfrm xmlns:a="http://schemas.openxmlformats.org/drawingml/2006/main">
            <a:off x="300188" y="1977438"/>
            <a:ext cx="8382000" cy="1581150"/>
          </a:xfrm>
          <a:prstGeom xmlns:a="http://schemas.openxmlformats.org/drawingml/2006/main" prst="rect">
            <a:avLst/>
          </a:prstGeom>
          <a:ln xmlns:a="http://schemas.openxmlformats.org/drawingml/2006/main">
            <a:noFill/>
          </a:ln>
        </p:spPr>
      </p:pic>
      <p:sp>
        <p:nvSpPr>
          <p:cNvPr id="247" name="Google Shape;247;p3">
            <a:extLst xmlns:a="http://schemas.openxmlformats.org/drawingml/2006/main">
              <a:ext uri="{FF2B5EF4-FFF2-40B4-BE49-F238E27FC236}">
                <a16:creationId xmlns:a16="http://schemas.microsoft.com/office/drawing/2014/main" id="{D068D28D-C926-4F2F-B0F9-10E027479257}"/>
              </a:ext>
            </a:extLst>
          </p:cNvPr>
          <p:cNvSpPr>
            <a:spLocks xmlns:a="http://schemas.openxmlformats.org/drawingml/2006/main" noGrp="1"/>
          </p:cNvSpPr>
          <p:nvPr/>
        </p:nvSpPr>
        <p:spPr>
          <a:xfrm xmlns:a="http://schemas.openxmlformats.org/drawingml/2006/main">
            <a:off x="745051" y="3692425"/>
            <a:ext cx="4375200" cy="1200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50000"/>
              </a:lnSpc>
              <a:spcBef>
                <a:spcPts val="0"/>
              </a:spcBef>
              <a:spcAft>
                <a:spcPts val="0"/>
              </a:spcAft>
              <a:buClr>
                <a:schemeClr val="dk1"/>
              </a:buClr>
              <a:buSzPts val="2200"/>
              <a:buFont typeface="Times New Roman"/>
              <a:buNone/>
            </a:pPr>
            <a:r>
              <a:rPr sz="2400" b="1" i="0" u="none" cap="none">
                <a:solidFill>
                  <a:schemeClr val="dk1"/>
                </a:solidFill>
                <a:latin typeface="Times New Roman"/>
                <a:ea typeface="Times New Roman"/>
                <a:cs typeface="Times New Roman"/>
              </a:rPr>
              <a:t>Group No.4</a:t>
            </a:r>
            <a:endParaRPr sz="2400" b="1" i="0" u="none" cap="none">
              <a:solidFill>
                <a:schemeClr val="dk1"/>
              </a:solidFill>
              <a:latin typeface="Times New Roman"/>
              <a:ea typeface="Times New Roman"/>
              <a:cs typeface="Times New Roman"/>
            </a:endParaRPr>
          </a:p>
          <a:p xmlns:a="http://schemas.openxmlformats.org/drawingml/2006/main">
            <a:pPr marL="0" marR="0" lvl="0" indent="0" algn="l">
              <a:lnSpc>
                <a:spcPct val="150000"/>
              </a:lnSpc>
              <a:spcBef>
                <a:spcPts val="0"/>
              </a:spcBef>
              <a:spcAft>
                <a:spcPts val="0"/>
              </a:spcAft>
              <a:buClr>
                <a:schemeClr val="dk1"/>
              </a:buClr>
              <a:buSzPts val="2200"/>
              <a:buFont typeface="Times New Roman"/>
              <a:buNone/>
            </a:pPr>
            <a:r>
              <a:rPr sz="2400" b="1" i="0" u="none" cap="none">
                <a:solidFill>
                  <a:schemeClr val="dk1"/>
                </a:solidFill>
                <a:latin typeface="Times New Roman"/>
                <a:ea typeface="Times New Roman"/>
                <a:cs typeface="Times New Roman"/>
              </a:rPr>
              <a:t>Team members:</a:t>
            </a:r>
            <a:endParaRPr sz="2400" b="1" i="0" u="none" cap="none">
              <a:solidFill>
                <a:schemeClr val="dk1"/>
              </a:solidFill>
              <a:latin typeface="Times New Roman"/>
              <a:ea typeface="Times New Roman"/>
              <a:cs typeface="Times New Roman"/>
            </a:endParaRPr>
          </a:p>
        </p:txBody>
      </p:sp>
    </p:spTree>
    <p:extLst>
      <p:ext uri="{BB962C8B-B14F-4D97-AF65-F5344CB8AC3E}">
        <p14:creationId xmlns:p14="http://schemas.microsoft.com/office/powerpoint/2010/main" val="108889285"/>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2026-09-21T12:02:39.3730000Z</dcterms:created>
  <dcterms:modified xsi:type="dcterms:W3CDTF">2026-09-21T12:02:39.3730000Z</dcterms:modified>
</coreProperties>
</file>